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Ex1.xml" ContentType="application/vnd.ms-office.chartex+xml"/>
  <Override PartName="/ppt/charts/style11.xml" ContentType="application/vnd.ms-office.chartstyle+xml"/>
  <Override PartName="/ppt/charts/colors11.xml" ContentType="application/vnd.ms-office.chartcolorstyle+xml"/>
  <Override PartName="/ppt/charts/chart11.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2.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3.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4.xml" ContentType="application/vnd.openxmlformats-officedocument.drawingml.chart+xml"/>
  <Override PartName="/ppt/charts/style15.xml" ContentType="application/vnd.ms-office.chartstyle+xml"/>
  <Override PartName="/ppt/charts/colors1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2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5" r:id="rId21"/>
    <p:sldId id="276" r:id="rId22"/>
  </p:sldIdLst>
  <p:sldSz cx="18880138" cy="106203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0" d="100"/>
          <a:sy n="50" d="100"/>
        </p:scale>
        <p:origin x="751" y="115"/>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RIDEV%20PAL\Documents\sql%20scrap\kkk.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RIDEV%20PAL\Documents\sql%20scrap\2.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RIDEV%20PAL\Documents\sql%20scrap\3.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RIDEV%20PAL\Documents\sql%20scrap\5.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RIDEV%20PAL\Documents\sql%20scrap\8.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2.xml"/><Relationship Id="rId1" Type="http://schemas.microsoft.com/office/2011/relationships/chartStyle" Target="style12.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3.xml"/><Relationship Id="rId1" Type="http://schemas.microsoft.com/office/2011/relationships/chartStyle" Target="style13.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TRIDEV%20PAL\Documents\sql%20scrap\15.csv" TargetMode="External"/><Relationship Id="rId2" Type="http://schemas.microsoft.com/office/2011/relationships/chartColorStyle" Target="colors14.xml"/><Relationship Id="rId1" Type="http://schemas.microsoft.com/office/2011/relationships/chartStyle" Target="style14.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15.xml"/><Relationship Id="rId1" Type="http://schemas.microsoft.com/office/2011/relationships/chartStyle" Target="style15.xml"/></Relationships>
</file>

<file path=ppt/charts/_rels/chartEx1.xml.rels><?xml version="1.0" encoding="UTF-8" standalone="yes"?>
<Relationships xmlns="http://schemas.openxmlformats.org/package/2006/relationships"><Relationship Id="rId3" Type="http://schemas.microsoft.com/office/2011/relationships/chartColorStyle" Target="colors11.xml"/><Relationship Id="rId2" Type="http://schemas.microsoft.com/office/2011/relationships/chartStyle" Target="style11.xml"/><Relationship Id="rId1" Type="http://schemas.openxmlformats.org/officeDocument/2006/relationships/oleObject" Target="file:///C:\Users\TRIDEV%20PAL\Documents\sql%20scrap\12.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en-US"/>
        </a:p>
      </c:txPr>
    </c:title>
    <c:autoTitleDeleted val="0"/>
    <c:plotArea>
      <c:layout/>
      <c:scatterChart>
        <c:scatterStyle val="lineMarker"/>
        <c:varyColors val="0"/>
        <c:ser>
          <c:idx val="0"/>
          <c:order val="0"/>
          <c:tx>
            <c:strRef>
              <c:f>kkk!$D$1</c:f>
              <c:strCache>
                <c:ptCount val="1"/>
                <c:pt idx="0">
                  <c:v>Delivery_Delay</c:v>
                </c:pt>
              </c:strCache>
            </c:strRef>
          </c:tx>
          <c:spPr>
            <a:ln w="25400" cap="rnd">
              <a:noFill/>
              <a:round/>
            </a:ln>
            <a:effectLst/>
          </c:spPr>
          <c:marker>
            <c:symbol val="circle"/>
            <c:size val="6"/>
            <c:spPr>
              <a:solidFill>
                <a:schemeClr val="lt1"/>
              </a:solidFill>
              <a:ln w="38100">
                <a:solidFill>
                  <a:schemeClr val="accent1">
                    <a:alpha val="60000"/>
                  </a:schemeClr>
                </a:solidFill>
              </a:ln>
              <a:effectLst/>
            </c:spPr>
          </c:marker>
          <c:xVal>
            <c:numRef>
              <c:f>kkk!$C$2:$C$301</c:f>
              <c:numCache>
                <c:formatCode>m/d/yyyy\ h:mm</c:formatCode>
                <c:ptCount val="300"/>
                <c:pt idx="0">
                  <c:v>45852</c:v>
                </c:pt>
                <c:pt idx="1">
                  <c:v>45878</c:v>
                </c:pt>
                <c:pt idx="2">
                  <c:v>45847</c:v>
                </c:pt>
                <c:pt idx="3">
                  <c:v>45863</c:v>
                </c:pt>
                <c:pt idx="4">
                  <c:v>45870</c:v>
                </c:pt>
                <c:pt idx="5">
                  <c:v>45871</c:v>
                </c:pt>
                <c:pt idx="6">
                  <c:v>45881</c:v>
                </c:pt>
                <c:pt idx="7">
                  <c:v>45892</c:v>
                </c:pt>
                <c:pt idx="8">
                  <c:v>45894</c:v>
                </c:pt>
                <c:pt idx="9">
                  <c:v>45847</c:v>
                </c:pt>
                <c:pt idx="10">
                  <c:v>45901</c:v>
                </c:pt>
                <c:pt idx="11">
                  <c:v>45851</c:v>
                </c:pt>
                <c:pt idx="12">
                  <c:v>45856</c:v>
                </c:pt>
                <c:pt idx="13">
                  <c:v>45895</c:v>
                </c:pt>
                <c:pt idx="14">
                  <c:v>45901</c:v>
                </c:pt>
                <c:pt idx="15">
                  <c:v>45870</c:v>
                </c:pt>
                <c:pt idx="16">
                  <c:v>45862</c:v>
                </c:pt>
                <c:pt idx="17">
                  <c:v>45860</c:v>
                </c:pt>
                <c:pt idx="18">
                  <c:v>45851</c:v>
                </c:pt>
                <c:pt idx="19">
                  <c:v>45869</c:v>
                </c:pt>
                <c:pt idx="20">
                  <c:v>45904</c:v>
                </c:pt>
                <c:pt idx="21">
                  <c:v>45843</c:v>
                </c:pt>
                <c:pt idx="22">
                  <c:v>45893</c:v>
                </c:pt>
                <c:pt idx="23">
                  <c:v>45871</c:v>
                </c:pt>
                <c:pt idx="24">
                  <c:v>45903</c:v>
                </c:pt>
                <c:pt idx="25">
                  <c:v>45883</c:v>
                </c:pt>
                <c:pt idx="26">
                  <c:v>45860</c:v>
                </c:pt>
                <c:pt idx="27">
                  <c:v>45892</c:v>
                </c:pt>
                <c:pt idx="28">
                  <c:v>45903</c:v>
                </c:pt>
                <c:pt idx="29">
                  <c:v>45853</c:v>
                </c:pt>
                <c:pt idx="30">
                  <c:v>45902</c:v>
                </c:pt>
                <c:pt idx="31">
                  <c:v>45880</c:v>
                </c:pt>
                <c:pt idx="32">
                  <c:v>45844</c:v>
                </c:pt>
                <c:pt idx="33">
                  <c:v>45853</c:v>
                </c:pt>
                <c:pt idx="34">
                  <c:v>45893</c:v>
                </c:pt>
                <c:pt idx="35">
                  <c:v>45867</c:v>
                </c:pt>
                <c:pt idx="36">
                  <c:v>45899</c:v>
                </c:pt>
                <c:pt idx="37">
                  <c:v>45853</c:v>
                </c:pt>
                <c:pt idx="38">
                  <c:v>45893</c:v>
                </c:pt>
                <c:pt idx="39">
                  <c:v>45897</c:v>
                </c:pt>
                <c:pt idx="40">
                  <c:v>45874</c:v>
                </c:pt>
                <c:pt idx="41">
                  <c:v>45855</c:v>
                </c:pt>
                <c:pt idx="42">
                  <c:v>45887</c:v>
                </c:pt>
                <c:pt idx="43">
                  <c:v>45890</c:v>
                </c:pt>
                <c:pt idx="44">
                  <c:v>45891</c:v>
                </c:pt>
                <c:pt idx="45">
                  <c:v>45880</c:v>
                </c:pt>
                <c:pt idx="46">
                  <c:v>45866</c:v>
                </c:pt>
                <c:pt idx="47">
                  <c:v>45854</c:v>
                </c:pt>
                <c:pt idx="48">
                  <c:v>45873</c:v>
                </c:pt>
                <c:pt idx="49">
                  <c:v>45848</c:v>
                </c:pt>
                <c:pt idx="50">
                  <c:v>45876</c:v>
                </c:pt>
                <c:pt idx="51">
                  <c:v>45902</c:v>
                </c:pt>
                <c:pt idx="52">
                  <c:v>45862</c:v>
                </c:pt>
                <c:pt idx="53">
                  <c:v>45848</c:v>
                </c:pt>
                <c:pt idx="54">
                  <c:v>45898</c:v>
                </c:pt>
                <c:pt idx="55">
                  <c:v>45892</c:v>
                </c:pt>
                <c:pt idx="56">
                  <c:v>45872</c:v>
                </c:pt>
                <c:pt idx="57">
                  <c:v>45880</c:v>
                </c:pt>
                <c:pt idx="58">
                  <c:v>45883</c:v>
                </c:pt>
                <c:pt idx="59">
                  <c:v>45870</c:v>
                </c:pt>
                <c:pt idx="60">
                  <c:v>45888</c:v>
                </c:pt>
                <c:pt idx="61">
                  <c:v>45879</c:v>
                </c:pt>
                <c:pt idx="62">
                  <c:v>45845</c:v>
                </c:pt>
                <c:pt idx="63">
                  <c:v>45851</c:v>
                </c:pt>
                <c:pt idx="64">
                  <c:v>45875</c:v>
                </c:pt>
                <c:pt idx="65">
                  <c:v>45857</c:v>
                </c:pt>
                <c:pt idx="66">
                  <c:v>45891</c:v>
                </c:pt>
                <c:pt idx="67">
                  <c:v>45887</c:v>
                </c:pt>
                <c:pt idx="68">
                  <c:v>45898</c:v>
                </c:pt>
                <c:pt idx="69">
                  <c:v>45884</c:v>
                </c:pt>
                <c:pt idx="70">
                  <c:v>45905</c:v>
                </c:pt>
                <c:pt idx="71">
                  <c:v>45859</c:v>
                </c:pt>
                <c:pt idx="72">
                  <c:v>45900</c:v>
                </c:pt>
                <c:pt idx="73">
                  <c:v>45892</c:v>
                </c:pt>
                <c:pt idx="74">
                  <c:v>45851</c:v>
                </c:pt>
                <c:pt idx="75">
                  <c:v>45880</c:v>
                </c:pt>
                <c:pt idx="76">
                  <c:v>45850</c:v>
                </c:pt>
                <c:pt idx="77">
                  <c:v>45895</c:v>
                </c:pt>
                <c:pt idx="78">
                  <c:v>45900</c:v>
                </c:pt>
                <c:pt idx="79">
                  <c:v>45857</c:v>
                </c:pt>
                <c:pt idx="80">
                  <c:v>45894</c:v>
                </c:pt>
                <c:pt idx="81">
                  <c:v>45890</c:v>
                </c:pt>
                <c:pt idx="82">
                  <c:v>45878</c:v>
                </c:pt>
                <c:pt idx="83">
                  <c:v>45903</c:v>
                </c:pt>
                <c:pt idx="84">
                  <c:v>45858</c:v>
                </c:pt>
                <c:pt idx="85">
                  <c:v>45892</c:v>
                </c:pt>
                <c:pt idx="86">
                  <c:v>45897</c:v>
                </c:pt>
                <c:pt idx="87">
                  <c:v>45888</c:v>
                </c:pt>
                <c:pt idx="88">
                  <c:v>45893</c:v>
                </c:pt>
                <c:pt idx="89">
                  <c:v>45899</c:v>
                </c:pt>
                <c:pt idx="90">
                  <c:v>45880</c:v>
                </c:pt>
                <c:pt idx="91">
                  <c:v>45852</c:v>
                </c:pt>
                <c:pt idx="92">
                  <c:v>45889</c:v>
                </c:pt>
                <c:pt idx="93">
                  <c:v>45867</c:v>
                </c:pt>
                <c:pt idx="94">
                  <c:v>45852</c:v>
                </c:pt>
                <c:pt idx="95">
                  <c:v>45851</c:v>
                </c:pt>
                <c:pt idx="96">
                  <c:v>45900</c:v>
                </c:pt>
                <c:pt idx="97">
                  <c:v>45863</c:v>
                </c:pt>
                <c:pt idx="98">
                  <c:v>45898</c:v>
                </c:pt>
                <c:pt idx="99">
                  <c:v>45887</c:v>
                </c:pt>
                <c:pt idx="100">
                  <c:v>45879</c:v>
                </c:pt>
                <c:pt idx="101">
                  <c:v>45894</c:v>
                </c:pt>
                <c:pt idx="102">
                  <c:v>45847</c:v>
                </c:pt>
                <c:pt idx="103">
                  <c:v>45851</c:v>
                </c:pt>
                <c:pt idx="104">
                  <c:v>45854</c:v>
                </c:pt>
                <c:pt idx="105">
                  <c:v>45862</c:v>
                </c:pt>
                <c:pt idx="106">
                  <c:v>45847</c:v>
                </c:pt>
                <c:pt idx="107">
                  <c:v>45849</c:v>
                </c:pt>
                <c:pt idx="108">
                  <c:v>45890</c:v>
                </c:pt>
                <c:pt idx="109">
                  <c:v>45858</c:v>
                </c:pt>
                <c:pt idx="110">
                  <c:v>45855</c:v>
                </c:pt>
                <c:pt idx="111">
                  <c:v>45851</c:v>
                </c:pt>
                <c:pt idx="112">
                  <c:v>45860</c:v>
                </c:pt>
                <c:pt idx="113">
                  <c:v>45890</c:v>
                </c:pt>
                <c:pt idx="114">
                  <c:v>45903</c:v>
                </c:pt>
                <c:pt idx="115">
                  <c:v>45897</c:v>
                </c:pt>
                <c:pt idx="116">
                  <c:v>45868</c:v>
                </c:pt>
                <c:pt idx="117">
                  <c:v>45861</c:v>
                </c:pt>
                <c:pt idx="118">
                  <c:v>45895</c:v>
                </c:pt>
                <c:pt idx="119">
                  <c:v>45855</c:v>
                </c:pt>
                <c:pt idx="120">
                  <c:v>45899</c:v>
                </c:pt>
                <c:pt idx="121">
                  <c:v>45896</c:v>
                </c:pt>
                <c:pt idx="122">
                  <c:v>45843</c:v>
                </c:pt>
                <c:pt idx="123">
                  <c:v>45888</c:v>
                </c:pt>
                <c:pt idx="124">
                  <c:v>45873</c:v>
                </c:pt>
                <c:pt idx="125">
                  <c:v>45882</c:v>
                </c:pt>
                <c:pt idx="126">
                  <c:v>45850</c:v>
                </c:pt>
                <c:pt idx="127">
                  <c:v>45850</c:v>
                </c:pt>
                <c:pt idx="128">
                  <c:v>45867</c:v>
                </c:pt>
                <c:pt idx="129">
                  <c:v>45869</c:v>
                </c:pt>
                <c:pt idx="130">
                  <c:v>45870</c:v>
                </c:pt>
                <c:pt idx="131">
                  <c:v>45849</c:v>
                </c:pt>
                <c:pt idx="132">
                  <c:v>45903</c:v>
                </c:pt>
                <c:pt idx="133">
                  <c:v>45891</c:v>
                </c:pt>
                <c:pt idx="134">
                  <c:v>45862</c:v>
                </c:pt>
                <c:pt idx="135">
                  <c:v>45881</c:v>
                </c:pt>
                <c:pt idx="136">
                  <c:v>45873</c:v>
                </c:pt>
                <c:pt idx="137">
                  <c:v>45891</c:v>
                </c:pt>
                <c:pt idx="138">
                  <c:v>45888</c:v>
                </c:pt>
                <c:pt idx="139">
                  <c:v>45862</c:v>
                </c:pt>
                <c:pt idx="140">
                  <c:v>45886</c:v>
                </c:pt>
                <c:pt idx="141">
                  <c:v>45875</c:v>
                </c:pt>
                <c:pt idx="142">
                  <c:v>45890</c:v>
                </c:pt>
                <c:pt idx="143">
                  <c:v>45855</c:v>
                </c:pt>
                <c:pt idx="144">
                  <c:v>45882</c:v>
                </c:pt>
                <c:pt idx="145">
                  <c:v>45868</c:v>
                </c:pt>
                <c:pt idx="146">
                  <c:v>45860</c:v>
                </c:pt>
                <c:pt idx="147">
                  <c:v>45862</c:v>
                </c:pt>
                <c:pt idx="148">
                  <c:v>45844</c:v>
                </c:pt>
                <c:pt idx="149">
                  <c:v>45859</c:v>
                </c:pt>
                <c:pt idx="150">
                  <c:v>45896</c:v>
                </c:pt>
                <c:pt idx="151">
                  <c:v>45872</c:v>
                </c:pt>
                <c:pt idx="152">
                  <c:v>45844</c:v>
                </c:pt>
                <c:pt idx="153">
                  <c:v>45868</c:v>
                </c:pt>
                <c:pt idx="154">
                  <c:v>45898</c:v>
                </c:pt>
                <c:pt idx="155">
                  <c:v>45881</c:v>
                </c:pt>
                <c:pt idx="156">
                  <c:v>45894</c:v>
                </c:pt>
                <c:pt idx="157">
                  <c:v>45850</c:v>
                </c:pt>
                <c:pt idx="158">
                  <c:v>45881</c:v>
                </c:pt>
                <c:pt idx="159">
                  <c:v>45898</c:v>
                </c:pt>
                <c:pt idx="160">
                  <c:v>45878</c:v>
                </c:pt>
                <c:pt idx="161">
                  <c:v>45847</c:v>
                </c:pt>
                <c:pt idx="162">
                  <c:v>45876</c:v>
                </c:pt>
                <c:pt idx="163">
                  <c:v>45883</c:v>
                </c:pt>
                <c:pt idx="164">
                  <c:v>45852</c:v>
                </c:pt>
                <c:pt idx="165">
                  <c:v>45892</c:v>
                </c:pt>
                <c:pt idx="166">
                  <c:v>45866</c:v>
                </c:pt>
                <c:pt idx="167">
                  <c:v>45884</c:v>
                </c:pt>
                <c:pt idx="168">
                  <c:v>45892</c:v>
                </c:pt>
                <c:pt idx="169">
                  <c:v>45863</c:v>
                </c:pt>
                <c:pt idx="170">
                  <c:v>45868</c:v>
                </c:pt>
                <c:pt idx="171">
                  <c:v>45886</c:v>
                </c:pt>
                <c:pt idx="172">
                  <c:v>45865</c:v>
                </c:pt>
                <c:pt idx="173">
                  <c:v>45895</c:v>
                </c:pt>
                <c:pt idx="174">
                  <c:v>45866</c:v>
                </c:pt>
                <c:pt idx="175">
                  <c:v>45895</c:v>
                </c:pt>
                <c:pt idx="176">
                  <c:v>45867</c:v>
                </c:pt>
                <c:pt idx="177">
                  <c:v>45860</c:v>
                </c:pt>
                <c:pt idx="178">
                  <c:v>45908</c:v>
                </c:pt>
                <c:pt idx="179">
                  <c:v>45879</c:v>
                </c:pt>
                <c:pt idx="180">
                  <c:v>45848</c:v>
                </c:pt>
                <c:pt idx="181">
                  <c:v>45860</c:v>
                </c:pt>
                <c:pt idx="182">
                  <c:v>45848</c:v>
                </c:pt>
                <c:pt idx="183">
                  <c:v>45870</c:v>
                </c:pt>
                <c:pt idx="184">
                  <c:v>45846</c:v>
                </c:pt>
                <c:pt idx="185">
                  <c:v>45847</c:v>
                </c:pt>
                <c:pt idx="186">
                  <c:v>45882</c:v>
                </c:pt>
                <c:pt idx="187">
                  <c:v>45905</c:v>
                </c:pt>
                <c:pt idx="188">
                  <c:v>45848</c:v>
                </c:pt>
                <c:pt idx="189">
                  <c:v>45851</c:v>
                </c:pt>
                <c:pt idx="190">
                  <c:v>45887</c:v>
                </c:pt>
                <c:pt idx="191">
                  <c:v>45868</c:v>
                </c:pt>
                <c:pt idx="192">
                  <c:v>45880</c:v>
                </c:pt>
                <c:pt idx="193">
                  <c:v>45849</c:v>
                </c:pt>
                <c:pt idx="194">
                  <c:v>45864</c:v>
                </c:pt>
                <c:pt idx="195">
                  <c:v>45845</c:v>
                </c:pt>
                <c:pt idx="196">
                  <c:v>45873</c:v>
                </c:pt>
                <c:pt idx="197">
                  <c:v>45854</c:v>
                </c:pt>
                <c:pt idx="198">
                  <c:v>45870</c:v>
                </c:pt>
                <c:pt idx="199">
                  <c:v>45897</c:v>
                </c:pt>
                <c:pt idx="200">
                  <c:v>45900</c:v>
                </c:pt>
                <c:pt idx="201">
                  <c:v>45875</c:v>
                </c:pt>
                <c:pt idx="202">
                  <c:v>45868</c:v>
                </c:pt>
                <c:pt idx="203">
                  <c:v>45861</c:v>
                </c:pt>
                <c:pt idx="204">
                  <c:v>45889</c:v>
                </c:pt>
                <c:pt idx="205">
                  <c:v>45898</c:v>
                </c:pt>
                <c:pt idx="206">
                  <c:v>45884</c:v>
                </c:pt>
                <c:pt idx="207">
                  <c:v>45899</c:v>
                </c:pt>
                <c:pt idx="208">
                  <c:v>45892</c:v>
                </c:pt>
                <c:pt idx="209">
                  <c:v>45889</c:v>
                </c:pt>
                <c:pt idx="210">
                  <c:v>45876</c:v>
                </c:pt>
                <c:pt idx="211">
                  <c:v>45889</c:v>
                </c:pt>
                <c:pt idx="212">
                  <c:v>45892</c:v>
                </c:pt>
                <c:pt idx="213">
                  <c:v>45902</c:v>
                </c:pt>
                <c:pt idx="214">
                  <c:v>45904</c:v>
                </c:pt>
                <c:pt idx="215">
                  <c:v>45849</c:v>
                </c:pt>
                <c:pt idx="216">
                  <c:v>45874</c:v>
                </c:pt>
                <c:pt idx="217">
                  <c:v>45844</c:v>
                </c:pt>
                <c:pt idx="218">
                  <c:v>45897</c:v>
                </c:pt>
                <c:pt idx="219">
                  <c:v>45894</c:v>
                </c:pt>
                <c:pt idx="220">
                  <c:v>45874</c:v>
                </c:pt>
                <c:pt idx="221">
                  <c:v>45891</c:v>
                </c:pt>
                <c:pt idx="222">
                  <c:v>45852</c:v>
                </c:pt>
                <c:pt idx="223">
                  <c:v>45901</c:v>
                </c:pt>
                <c:pt idx="224">
                  <c:v>45883</c:v>
                </c:pt>
                <c:pt idx="225">
                  <c:v>45851</c:v>
                </c:pt>
                <c:pt idx="226">
                  <c:v>45843</c:v>
                </c:pt>
                <c:pt idx="227">
                  <c:v>45858</c:v>
                </c:pt>
                <c:pt idx="228">
                  <c:v>45884</c:v>
                </c:pt>
                <c:pt idx="229">
                  <c:v>45845</c:v>
                </c:pt>
                <c:pt idx="230">
                  <c:v>45880</c:v>
                </c:pt>
                <c:pt idx="231">
                  <c:v>45891</c:v>
                </c:pt>
                <c:pt idx="232">
                  <c:v>45861</c:v>
                </c:pt>
                <c:pt idx="233">
                  <c:v>45870</c:v>
                </c:pt>
                <c:pt idx="234">
                  <c:v>45863</c:v>
                </c:pt>
                <c:pt idx="235">
                  <c:v>45899</c:v>
                </c:pt>
                <c:pt idx="236">
                  <c:v>45857</c:v>
                </c:pt>
                <c:pt idx="237">
                  <c:v>45900</c:v>
                </c:pt>
                <c:pt idx="238">
                  <c:v>45899</c:v>
                </c:pt>
                <c:pt idx="239">
                  <c:v>45848</c:v>
                </c:pt>
                <c:pt idx="240">
                  <c:v>45877</c:v>
                </c:pt>
                <c:pt idx="241">
                  <c:v>45849</c:v>
                </c:pt>
                <c:pt idx="242">
                  <c:v>45890</c:v>
                </c:pt>
                <c:pt idx="243">
                  <c:v>45844</c:v>
                </c:pt>
                <c:pt idx="244">
                  <c:v>45883</c:v>
                </c:pt>
                <c:pt idx="245">
                  <c:v>45882</c:v>
                </c:pt>
                <c:pt idx="246">
                  <c:v>45890</c:v>
                </c:pt>
                <c:pt idx="247">
                  <c:v>45851</c:v>
                </c:pt>
                <c:pt idx="248">
                  <c:v>45861</c:v>
                </c:pt>
                <c:pt idx="249">
                  <c:v>45879</c:v>
                </c:pt>
                <c:pt idx="250">
                  <c:v>45901</c:v>
                </c:pt>
                <c:pt idx="251">
                  <c:v>45886</c:v>
                </c:pt>
                <c:pt idx="252">
                  <c:v>45853</c:v>
                </c:pt>
                <c:pt idx="253">
                  <c:v>45862</c:v>
                </c:pt>
                <c:pt idx="254">
                  <c:v>45892</c:v>
                </c:pt>
                <c:pt idx="255">
                  <c:v>45863</c:v>
                </c:pt>
                <c:pt idx="256">
                  <c:v>45889</c:v>
                </c:pt>
                <c:pt idx="257">
                  <c:v>45881</c:v>
                </c:pt>
                <c:pt idx="258">
                  <c:v>45847</c:v>
                </c:pt>
                <c:pt idx="259">
                  <c:v>45872</c:v>
                </c:pt>
                <c:pt idx="260">
                  <c:v>45851</c:v>
                </c:pt>
                <c:pt idx="261">
                  <c:v>45882</c:v>
                </c:pt>
                <c:pt idx="262">
                  <c:v>45891</c:v>
                </c:pt>
                <c:pt idx="263">
                  <c:v>45903</c:v>
                </c:pt>
                <c:pt idx="264">
                  <c:v>45884</c:v>
                </c:pt>
                <c:pt idx="265">
                  <c:v>45890</c:v>
                </c:pt>
                <c:pt idx="266">
                  <c:v>45894</c:v>
                </c:pt>
                <c:pt idx="267">
                  <c:v>45864</c:v>
                </c:pt>
                <c:pt idx="268">
                  <c:v>45886</c:v>
                </c:pt>
                <c:pt idx="269">
                  <c:v>45860</c:v>
                </c:pt>
                <c:pt idx="270">
                  <c:v>45852</c:v>
                </c:pt>
                <c:pt idx="271">
                  <c:v>45884</c:v>
                </c:pt>
                <c:pt idx="272">
                  <c:v>45851</c:v>
                </c:pt>
                <c:pt idx="273">
                  <c:v>45866</c:v>
                </c:pt>
                <c:pt idx="274">
                  <c:v>45891</c:v>
                </c:pt>
                <c:pt idx="275">
                  <c:v>45851</c:v>
                </c:pt>
                <c:pt idx="276">
                  <c:v>45850</c:v>
                </c:pt>
                <c:pt idx="277">
                  <c:v>45874</c:v>
                </c:pt>
                <c:pt idx="278">
                  <c:v>45895</c:v>
                </c:pt>
                <c:pt idx="279">
                  <c:v>45873</c:v>
                </c:pt>
                <c:pt idx="280">
                  <c:v>45900</c:v>
                </c:pt>
                <c:pt idx="281">
                  <c:v>45865</c:v>
                </c:pt>
                <c:pt idx="282">
                  <c:v>45902</c:v>
                </c:pt>
                <c:pt idx="283">
                  <c:v>45874</c:v>
                </c:pt>
                <c:pt idx="284">
                  <c:v>45857</c:v>
                </c:pt>
                <c:pt idx="285">
                  <c:v>45885</c:v>
                </c:pt>
                <c:pt idx="286">
                  <c:v>45862</c:v>
                </c:pt>
                <c:pt idx="287">
                  <c:v>45872</c:v>
                </c:pt>
                <c:pt idx="288">
                  <c:v>45898</c:v>
                </c:pt>
                <c:pt idx="289">
                  <c:v>45889</c:v>
                </c:pt>
                <c:pt idx="290">
                  <c:v>45891</c:v>
                </c:pt>
                <c:pt idx="291">
                  <c:v>45864</c:v>
                </c:pt>
                <c:pt idx="292">
                  <c:v>45872</c:v>
                </c:pt>
                <c:pt idx="293">
                  <c:v>45845</c:v>
                </c:pt>
                <c:pt idx="294">
                  <c:v>45846</c:v>
                </c:pt>
                <c:pt idx="295">
                  <c:v>45861</c:v>
                </c:pt>
                <c:pt idx="296">
                  <c:v>45892</c:v>
                </c:pt>
                <c:pt idx="297">
                  <c:v>45862</c:v>
                </c:pt>
                <c:pt idx="298">
                  <c:v>45875</c:v>
                </c:pt>
                <c:pt idx="299">
                  <c:v>45888</c:v>
                </c:pt>
              </c:numCache>
            </c:numRef>
          </c:xVal>
          <c:yVal>
            <c:numRef>
              <c:f>kkk!$D$2:$D$301</c:f>
              <c:numCache>
                <c:formatCode>General</c:formatCode>
                <c:ptCount val="300"/>
                <c:pt idx="0">
                  <c:v>1</c:v>
                </c:pt>
                <c:pt idx="1">
                  <c:v>0</c:v>
                </c:pt>
                <c:pt idx="2">
                  <c:v>0</c:v>
                </c:pt>
                <c:pt idx="3">
                  <c:v>0</c:v>
                </c:pt>
                <c:pt idx="4">
                  <c:v>0</c:v>
                </c:pt>
                <c:pt idx="5">
                  <c:v>1</c:v>
                </c:pt>
                <c:pt idx="6">
                  <c:v>0</c:v>
                </c:pt>
                <c:pt idx="7">
                  <c:v>0</c:v>
                </c:pt>
                <c:pt idx="8">
                  <c:v>0</c:v>
                </c:pt>
                <c:pt idx="9">
                  <c:v>3</c:v>
                </c:pt>
                <c:pt idx="10">
                  <c:v>0</c:v>
                </c:pt>
                <c:pt idx="11">
                  <c:v>1</c:v>
                </c:pt>
                <c:pt idx="12">
                  <c:v>0</c:v>
                </c:pt>
                <c:pt idx="13">
                  <c:v>0</c:v>
                </c:pt>
                <c:pt idx="14">
                  <c:v>0</c:v>
                </c:pt>
                <c:pt idx="15">
                  <c:v>0</c:v>
                </c:pt>
                <c:pt idx="16">
                  <c:v>0</c:v>
                </c:pt>
                <c:pt idx="17">
                  <c:v>0</c:v>
                </c:pt>
                <c:pt idx="18">
                  <c:v>0</c:v>
                </c:pt>
                <c:pt idx="19">
                  <c:v>0</c:v>
                </c:pt>
                <c:pt idx="20">
                  <c:v>2</c:v>
                </c:pt>
                <c:pt idx="21">
                  <c:v>0</c:v>
                </c:pt>
                <c:pt idx="22">
                  <c:v>1</c:v>
                </c:pt>
                <c:pt idx="23">
                  <c:v>0</c:v>
                </c:pt>
                <c:pt idx="24">
                  <c:v>3</c:v>
                </c:pt>
                <c:pt idx="25">
                  <c:v>0</c:v>
                </c:pt>
                <c:pt idx="26">
                  <c:v>0</c:v>
                </c:pt>
                <c:pt idx="27">
                  <c:v>0</c:v>
                </c:pt>
                <c:pt idx="28">
                  <c:v>0</c:v>
                </c:pt>
                <c:pt idx="29">
                  <c:v>0</c:v>
                </c:pt>
                <c:pt idx="30">
                  <c:v>0</c:v>
                </c:pt>
                <c:pt idx="31">
                  <c:v>1</c:v>
                </c:pt>
                <c:pt idx="32">
                  <c:v>0</c:v>
                </c:pt>
                <c:pt idx="33">
                  <c:v>0</c:v>
                </c:pt>
                <c:pt idx="34">
                  <c:v>1</c:v>
                </c:pt>
                <c:pt idx="35">
                  <c:v>0</c:v>
                </c:pt>
                <c:pt idx="36">
                  <c:v>1</c:v>
                </c:pt>
                <c:pt idx="37">
                  <c:v>0</c:v>
                </c:pt>
                <c:pt idx="38">
                  <c:v>0</c:v>
                </c:pt>
                <c:pt idx="39">
                  <c:v>1</c:v>
                </c:pt>
                <c:pt idx="40">
                  <c:v>0</c:v>
                </c:pt>
                <c:pt idx="41">
                  <c:v>0</c:v>
                </c:pt>
                <c:pt idx="42">
                  <c:v>0</c:v>
                </c:pt>
                <c:pt idx="43">
                  <c:v>0</c:v>
                </c:pt>
                <c:pt idx="44">
                  <c:v>0</c:v>
                </c:pt>
                <c:pt idx="45">
                  <c:v>0</c:v>
                </c:pt>
                <c:pt idx="46">
                  <c:v>0</c:v>
                </c:pt>
                <c:pt idx="47">
                  <c:v>2</c:v>
                </c:pt>
                <c:pt idx="48">
                  <c:v>0</c:v>
                </c:pt>
                <c:pt idx="49">
                  <c:v>0</c:v>
                </c:pt>
                <c:pt idx="50">
                  <c:v>0</c:v>
                </c:pt>
                <c:pt idx="51">
                  <c:v>0</c:v>
                </c:pt>
                <c:pt idx="52">
                  <c:v>0</c:v>
                </c:pt>
                <c:pt idx="53">
                  <c:v>0</c:v>
                </c:pt>
                <c:pt idx="54">
                  <c:v>2</c:v>
                </c:pt>
                <c:pt idx="55">
                  <c:v>0</c:v>
                </c:pt>
                <c:pt idx="56">
                  <c:v>0</c:v>
                </c:pt>
                <c:pt idx="57">
                  <c:v>0</c:v>
                </c:pt>
                <c:pt idx="58">
                  <c:v>0</c:v>
                </c:pt>
                <c:pt idx="59">
                  <c:v>0</c:v>
                </c:pt>
                <c:pt idx="60">
                  <c:v>0</c:v>
                </c:pt>
                <c:pt idx="61">
                  <c:v>0</c:v>
                </c:pt>
                <c:pt idx="62">
                  <c:v>0</c:v>
                </c:pt>
                <c:pt idx="63">
                  <c:v>0</c:v>
                </c:pt>
                <c:pt idx="64">
                  <c:v>0</c:v>
                </c:pt>
                <c:pt idx="65">
                  <c:v>0</c:v>
                </c:pt>
                <c:pt idx="66">
                  <c:v>0</c:v>
                </c:pt>
                <c:pt idx="67">
                  <c:v>2</c:v>
                </c:pt>
                <c:pt idx="68">
                  <c:v>2</c:v>
                </c:pt>
                <c:pt idx="69">
                  <c:v>1</c:v>
                </c:pt>
                <c:pt idx="70">
                  <c:v>1</c:v>
                </c:pt>
                <c:pt idx="71">
                  <c:v>0</c:v>
                </c:pt>
                <c:pt idx="72">
                  <c:v>0</c:v>
                </c:pt>
                <c:pt idx="73">
                  <c:v>0</c:v>
                </c:pt>
                <c:pt idx="74">
                  <c:v>0</c:v>
                </c:pt>
                <c:pt idx="75">
                  <c:v>0</c:v>
                </c:pt>
                <c:pt idx="76">
                  <c:v>3</c:v>
                </c:pt>
                <c:pt idx="77">
                  <c:v>0</c:v>
                </c:pt>
                <c:pt idx="78">
                  <c:v>3</c:v>
                </c:pt>
                <c:pt idx="79">
                  <c:v>0</c:v>
                </c:pt>
                <c:pt idx="80">
                  <c:v>0</c:v>
                </c:pt>
                <c:pt idx="81">
                  <c:v>1</c:v>
                </c:pt>
                <c:pt idx="82">
                  <c:v>0</c:v>
                </c:pt>
                <c:pt idx="83">
                  <c:v>1</c:v>
                </c:pt>
                <c:pt idx="84">
                  <c:v>0</c:v>
                </c:pt>
                <c:pt idx="85">
                  <c:v>0</c:v>
                </c:pt>
                <c:pt idx="86">
                  <c:v>1</c:v>
                </c:pt>
                <c:pt idx="87">
                  <c:v>0</c:v>
                </c:pt>
                <c:pt idx="88">
                  <c:v>0</c:v>
                </c:pt>
                <c:pt idx="89">
                  <c:v>0</c:v>
                </c:pt>
                <c:pt idx="90">
                  <c:v>0</c:v>
                </c:pt>
                <c:pt idx="91">
                  <c:v>3</c:v>
                </c:pt>
                <c:pt idx="92">
                  <c:v>2</c:v>
                </c:pt>
                <c:pt idx="93">
                  <c:v>0</c:v>
                </c:pt>
                <c:pt idx="94">
                  <c:v>0</c:v>
                </c:pt>
                <c:pt idx="95">
                  <c:v>0</c:v>
                </c:pt>
                <c:pt idx="96">
                  <c:v>0</c:v>
                </c:pt>
                <c:pt idx="97">
                  <c:v>0</c:v>
                </c:pt>
                <c:pt idx="98">
                  <c:v>0</c:v>
                </c:pt>
                <c:pt idx="99">
                  <c:v>0</c:v>
                </c:pt>
                <c:pt idx="100">
                  <c:v>2</c:v>
                </c:pt>
                <c:pt idx="101">
                  <c:v>0</c:v>
                </c:pt>
                <c:pt idx="102">
                  <c:v>0</c:v>
                </c:pt>
                <c:pt idx="103">
                  <c:v>2</c:v>
                </c:pt>
                <c:pt idx="104">
                  <c:v>1</c:v>
                </c:pt>
                <c:pt idx="105">
                  <c:v>2</c:v>
                </c:pt>
                <c:pt idx="106">
                  <c:v>1</c:v>
                </c:pt>
                <c:pt idx="107">
                  <c:v>0</c:v>
                </c:pt>
                <c:pt idx="108">
                  <c:v>0</c:v>
                </c:pt>
                <c:pt idx="109">
                  <c:v>0</c:v>
                </c:pt>
                <c:pt idx="110">
                  <c:v>0</c:v>
                </c:pt>
                <c:pt idx="111">
                  <c:v>2</c:v>
                </c:pt>
                <c:pt idx="112">
                  <c:v>0</c:v>
                </c:pt>
                <c:pt idx="113">
                  <c:v>1</c:v>
                </c:pt>
                <c:pt idx="114">
                  <c:v>0</c:v>
                </c:pt>
                <c:pt idx="115">
                  <c:v>0</c:v>
                </c:pt>
                <c:pt idx="116">
                  <c:v>0</c:v>
                </c:pt>
                <c:pt idx="117">
                  <c:v>3</c:v>
                </c:pt>
                <c:pt idx="118">
                  <c:v>0</c:v>
                </c:pt>
                <c:pt idx="119">
                  <c:v>0</c:v>
                </c:pt>
                <c:pt idx="120">
                  <c:v>3</c:v>
                </c:pt>
                <c:pt idx="121">
                  <c:v>0</c:v>
                </c:pt>
                <c:pt idx="122">
                  <c:v>0</c:v>
                </c:pt>
                <c:pt idx="123">
                  <c:v>0</c:v>
                </c:pt>
                <c:pt idx="124">
                  <c:v>0</c:v>
                </c:pt>
                <c:pt idx="125">
                  <c:v>0</c:v>
                </c:pt>
                <c:pt idx="126">
                  <c:v>0</c:v>
                </c:pt>
                <c:pt idx="127">
                  <c:v>0</c:v>
                </c:pt>
                <c:pt idx="128">
                  <c:v>3</c:v>
                </c:pt>
                <c:pt idx="129">
                  <c:v>1</c:v>
                </c:pt>
                <c:pt idx="130">
                  <c:v>0</c:v>
                </c:pt>
                <c:pt idx="131">
                  <c:v>0</c:v>
                </c:pt>
                <c:pt idx="132">
                  <c:v>0</c:v>
                </c:pt>
                <c:pt idx="133">
                  <c:v>1</c:v>
                </c:pt>
                <c:pt idx="134">
                  <c:v>0</c:v>
                </c:pt>
                <c:pt idx="135">
                  <c:v>0</c:v>
                </c:pt>
                <c:pt idx="136">
                  <c:v>1</c:v>
                </c:pt>
                <c:pt idx="137">
                  <c:v>0</c:v>
                </c:pt>
                <c:pt idx="138">
                  <c:v>0</c:v>
                </c:pt>
                <c:pt idx="139">
                  <c:v>2</c:v>
                </c:pt>
                <c:pt idx="140">
                  <c:v>0</c:v>
                </c:pt>
                <c:pt idx="141">
                  <c:v>0</c:v>
                </c:pt>
                <c:pt idx="142">
                  <c:v>1</c:v>
                </c:pt>
                <c:pt idx="143">
                  <c:v>0</c:v>
                </c:pt>
                <c:pt idx="144">
                  <c:v>0</c:v>
                </c:pt>
                <c:pt idx="145">
                  <c:v>0</c:v>
                </c:pt>
                <c:pt idx="146">
                  <c:v>0</c:v>
                </c:pt>
                <c:pt idx="147">
                  <c:v>1</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1</c:v>
                </c:pt>
                <c:pt idx="162">
                  <c:v>0</c:v>
                </c:pt>
                <c:pt idx="163">
                  <c:v>0</c:v>
                </c:pt>
                <c:pt idx="164">
                  <c:v>3</c:v>
                </c:pt>
                <c:pt idx="165">
                  <c:v>3</c:v>
                </c:pt>
                <c:pt idx="166">
                  <c:v>0</c:v>
                </c:pt>
                <c:pt idx="167">
                  <c:v>0</c:v>
                </c:pt>
                <c:pt idx="168">
                  <c:v>1</c:v>
                </c:pt>
                <c:pt idx="169">
                  <c:v>0</c:v>
                </c:pt>
                <c:pt idx="170">
                  <c:v>1</c:v>
                </c:pt>
                <c:pt idx="171">
                  <c:v>0</c:v>
                </c:pt>
                <c:pt idx="172">
                  <c:v>0</c:v>
                </c:pt>
                <c:pt idx="173">
                  <c:v>0</c:v>
                </c:pt>
                <c:pt idx="174">
                  <c:v>0</c:v>
                </c:pt>
                <c:pt idx="175">
                  <c:v>1</c:v>
                </c:pt>
                <c:pt idx="176">
                  <c:v>2</c:v>
                </c:pt>
                <c:pt idx="177">
                  <c:v>2</c:v>
                </c:pt>
                <c:pt idx="178">
                  <c:v>3</c:v>
                </c:pt>
                <c:pt idx="179">
                  <c:v>2</c:v>
                </c:pt>
                <c:pt idx="180">
                  <c:v>1</c:v>
                </c:pt>
                <c:pt idx="181">
                  <c:v>1</c:v>
                </c:pt>
                <c:pt idx="182">
                  <c:v>1</c:v>
                </c:pt>
                <c:pt idx="183">
                  <c:v>0</c:v>
                </c:pt>
                <c:pt idx="184">
                  <c:v>2</c:v>
                </c:pt>
                <c:pt idx="185">
                  <c:v>2</c:v>
                </c:pt>
                <c:pt idx="186">
                  <c:v>2</c:v>
                </c:pt>
                <c:pt idx="187">
                  <c:v>0</c:v>
                </c:pt>
                <c:pt idx="188">
                  <c:v>0</c:v>
                </c:pt>
                <c:pt idx="189">
                  <c:v>0</c:v>
                </c:pt>
                <c:pt idx="190">
                  <c:v>0</c:v>
                </c:pt>
                <c:pt idx="191">
                  <c:v>0</c:v>
                </c:pt>
                <c:pt idx="192">
                  <c:v>1</c:v>
                </c:pt>
                <c:pt idx="193">
                  <c:v>3</c:v>
                </c:pt>
                <c:pt idx="194">
                  <c:v>0</c:v>
                </c:pt>
                <c:pt idx="195">
                  <c:v>0</c:v>
                </c:pt>
                <c:pt idx="196">
                  <c:v>1</c:v>
                </c:pt>
                <c:pt idx="197">
                  <c:v>1</c:v>
                </c:pt>
                <c:pt idx="198">
                  <c:v>0</c:v>
                </c:pt>
                <c:pt idx="199">
                  <c:v>1</c:v>
                </c:pt>
                <c:pt idx="200">
                  <c:v>0</c:v>
                </c:pt>
                <c:pt idx="201">
                  <c:v>0</c:v>
                </c:pt>
                <c:pt idx="202">
                  <c:v>0</c:v>
                </c:pt>
                <c:pt idx="203">
                  <c:v>0</c:v>
                </c:pt>
                <c:pt idx="204">
                  <c:v>0</c:v>
                </c:pt>
                <c:pt idx="205">
                  <c:v>0</c:v>
                </c:pt>
                <c:pt idx="206">
                  <c:v>0</c:v>
                </c:pt>
                <c:pt idx="207">
                  <c:v>0</c:v>
                </c:pt>
                <c:pt idx="208">
                  <c:v>0</c:v>
                </c:pt>
                <c:pt idx="209">
                  <c:v>2</c:v>
                </c:pt>
                <c:pt idx="210">
                  <c:v>0</c:v>
                </c:pt>
                <c:pt idx="211">
                  <c:v>0</c:v>
                </c:pt>
                <c:pt idx="212">
                  <c:v>0</c:v>
                </c:pt>
                <c:pt idx="213">
                  <c:v>0</c:v>
                </c:pt>
                <c:pt idx="214">
                  <c:v>3</c:v>
                </c:pt>
                <c:pt idx="215">
                  <c:v>0</c:v>
                </c:pt>
                <c:pt idx="216">
                  <c:v>0</c:v>
                </c:pt>
                <c:pt idx="217">
                  <c:v>0</c:v>
                </c:pt>
                <c:pt idx="218">
                  <c:v>0</c:v>
                </c:pt>
                <c:pt idx="219">
                  <c:v>1</c:v>
                </c:pt>
                <c:pt idx="220">
                  <c:v>0</c:v>
                </c:pt>
                <c:pt idx="221">
                  <c:v>0</c:v>
                </c:pt>
                <c:pt idx="222">
                  <c:v>0</c:v>
                </c:pt>
                <c:pt idx="223">
                  <c:v>1</c:v>
                </c:pt>
                <c:pt idx="224">
                  <c:v>0</c:v>
                </c:pt>
                <c:pt idx="225">
                  <c:v>0</c:v>
                </c:pt>
                <c:pt idx="226">
                  <c:v>0</c:v>
                </c:pt>
                <c:pt idx="227">
                  <c:v>0</c:v>
                </c:pt>
                <c:pt idx="228">
                  <c:v>0</c:v>
                </c:pt>
                <c:pt idx="229">
                  <c:v>0</c:v>
                </c:pt>
                <c:pt idx="230">
                  <c:v>0</c:v>
                </c:pt>
                <c:pt idx="231">
                  <c:v>0</c:v>
                </c:pt>
                <c:pt idx="232">
                  <c:v>0</c:v>
                </c:pt>
                <c:pt idx="233">
                  <c:v>2</c:v>
                </c:pt>
                <c:pt idx="234">
                  <c:v>1</c:v>
                </c:pt>
                <c:pt idx="235">
                  <c:v>0</c:v>
                </c:pt>
                <c:pt idx="236">
                  <c:v>0</c:v>
                </c:pt>
                <c:pt idx="237">
                  <c:v>0</c:v>
                </c:pt>
                <c:pt idx="238">
                  <c:v>0</c:v>
                </c:pt>
                <c:pt idx="239">
                  <c:v>0</c:v>
                </c:pt>
                <c:pt idx="240">
                  <c:v>1</c:v>
                </c:pt>
                <c:pt idx="241">
                  <c:v>0</c:v>
                </c:pt>
                <c:pt idx="242">
                  <c:v>0</c:v>
                </c:pt>
                <c:pt idx="243">
                  <c:v>0</c:v>
                </c:pt>
                <c:pt idx="244">
                  <c:v>0</c:v>
                </c:pt>
                <c:pt idx="245">
                  <c:v>0</c:v>
                </c:pt>
                <c:pt idx="246">
                  <c:v>0</c:v>
                </c:pt>
                <c:pt idx="247">
                  <c:v>0</c:v>
                </c:pt>
                <c:pt idx="248">
                  <c:v>0</c:v>
                </c:pt>
                <c:pt idx="249">
                  <c:v>1</c:v>
                </c:pt>
                <c:pt idx="250">
                  <c:v>0</c:v>
                </c:pt>
                <c:pt idx="251">
                  <c:v>0</c:v>
                </c:pt>
                <c:pt idx="252">
                  <c:v>0</c:v>
                </c:pt>
                <c:pt idx="253">
                  <c:v>0</c:v>
                </c:pt>
                <c:pt idx="254">
                  <c:v>0</c:v>
                </c:pt>
                <c:pt idx="255">
                  <c:v>2</c:v>
                </c:pt>
                <c:pt idx="256">
                  <c:v>0</c:v>
                </c:pt>
                <c:pt idx="257">
                  <c:v>0</c:v>
                </c:pt>
                <c:pt idx="258">
                  <c:v>2</c:v>
                </c:pt>
                <c:pt idx="259">
                  <c:v>0</c:v>
                </c:pt>
                <c:pt idx="260">
                  <c:v>0</c:v>
                </c:pt>
                <c:pt idx="261">
                  <c:v>0</c:v>
                </c:pt>
                <c:pt idx="262">
                  <c:v>0</c:v>
                </c:pt>
                <c:pt idx="263">
                  <c:v>0</c:v>
                </c:pt>
                <c:pt idx="264">
                  <c:v>2</c:v>
                </c:pt>
                <c:pt idx="265">
                  <c:v>2</c:v>
                </c:pt>
                <c:pt idx="266">
                  <c:v>0</c:v>
                </c:pt>
                <c:pt idx="267">
                  <c:v>0</c:v>
                </c:pt>
                <c:pt idx="268">
                  <c:v>0</c:v>
                </c:pt>
                <c:pt idx="269">
                  <c:v>1</c:v>
                </c:pt>
                <c:pt idx="270">
                  <c:v>0</c:v>
                </c:pt>
                <c:pt idx="271">
                  <c:v>1</c:v>
                </c:pt>
                <c:pt idx="272">
                  <c:v>3</c:v>
                </c:pt>
                <c:pt idx="273">
                  <c:v>0</c:v>
                </c:pt>
                <c:pt idx="274">
                  <c:v>0</c:v>
                </c:pt>
                <c:pt idx="275">
                  <c:v>0</c:v>
                </c:pt>
                <c:pt idx="276">
                  <c:v>0</c:v>
                </c:pt>
                <c:pt idx="277">
                  <c:v>0</c:v>
                </c:pt>
                <c:pt idx="278">
                  <c:v>1</c:v>
                </c:pt>
                <c:pt idx="279">
                  <c:v>0</c:v>
                </c:pt>
                <c:pt idx="280">
                  <c:v>2</c:v>
                </c:pt>
                <c:pt idx="281">
                  <c:v>0</c:v>
                </c:pt>
                <c:pt idx="282">
                  <c:v>0</c:v>
                </c:pt>
                <c:pt idx="283">
                  <c:v>0</c:v>
                </c:pt>
                <c:pt idx="284">
                  <c:v>0</c:v>
                </c:pt>
                <c:pt idx="285">
                  <c:v>0</c:v>
                </c:pt>
                <c:pt idx="286">
                  <c:v>0</c:v>
                </c:pt>
                <c:pt idx="287">
                  <c:v>0</c:v>
                </c:pt>
                <c:pt idx="288">
                  <c:v>0</c:v>
                </c:pt>
                <c:pt idx="289">
                  <c:v>1</c:v>
                </c:pt>
                <c:pt idx="290">
                  <c:v>0</c:v>
                </c:pt>
                <c:pt idx="291">
                  <c:v>0</c:v>
                </c:pt>
                <c:pt idx="292">
                  <c:v>1</c:v>
                </c:pt>
                <c:pt idx="293">
                  <c:v>0</c:v>
                </c:pt>
                <c:pt idx="294">
                  <c:v>0</c:v>
                </c:pt>
                <c:pt idx="295">
                  <c:v>1</c:v>
                </c:pt>
                <c:pt idx="296">
                  <c:v>0</c:v>
                </c:pt>
                <c:pt idx="297">
                  <c:v>0</c:v>
                </c:pt>
                <c:pt idx="298">
                  <c:v>3</c:v>
                </c:pt>
                <c:pt idx="299">
                  <c:v>0</c:v>
                </c:pt>
              </c:numCache>
            </c:numRef>
          </c:yVal>
          <c:smooth val="0"/>
          <c:extLst>
            <c:ext xmlns:c16="http://schemas.microsoft.com/office/drawing/2014/chart" uri="{C3380CC4-5D6E-409C-BE32-E72D297353CC}">
              <c16:uniqueId val="{00000000-3AB1-4540-8096-99403B1B91A4}"/>
            </c:ext>
          </c:extLst>
        </c:ser>
        <c:dLbls>
          <c:showLegendKey val="0"/>
          <c:showVal val="0"/>
          <c:showCatName val="0"/>
          <c:showSerName val="0"/>
          <c:showPercent val="0"/>
          <c:showBubbleSize val="0"/>
        </c:dLbls>
        <c:axId val="1073002768"/>
        <c:axId val="1072997008"/>
      </c:scatterChart>
      <c:valAx>
        <c:axId val="1073002768"/>
        <c:scaling>
          <c:orientation val="minMax"/>
        </c:scaling>
        <c:delete val="0"/>
        <c:axPos val="b"/>
        <c:majorGridlines>
          <c:spPr>
            <a:ln w="9525" cap="flat" cmpd="sng" algn="ctr">
              <a:solidFill>
                <a:schemeClr val="tx1">
                  <a:lumMod val="15000"/>
                  <a:lumOff val="85000"/>
                </a:schemeClr>
              </a:solidFill>
              <a:round/>
            </a:ln>
            <a:effectLst/>
          </c:spPr>
        </c:majorGridlines>
        <c:numFmt formatCode="m/d/yyyy\ h:mm"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1072997008"/>
        <c:crosses val="autoZero"/>
        <c:crossBetween val="midCat"/>
      </c:valAx>
      <c:valAx>
        <c:axId val="10729970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solidFill>
              <a:schemeClr val="tx1">
                <a:lumMod val="25000"/>
                <a:lumOff val="75000"/>
              </a:schemeClr>
            </a:solid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en-US"/>
          </a:p>
        </c:txPr>
        <c:crossAx val="1073002768"/>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'2'!$B$1</c:f>
              <c:strCache>
                <c:ptCount val="1"/>
                <c:pt idx="0">
                  <c:v>Average_Delay_Days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E9A-4500-8F02-002431BFA65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E9A-4500-8F02-002431BFA65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E9A-4500-8F02-002431BFA65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8E9A-4500-8F02-002431BFA65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8E9A-4500-8F02-002431BFA658}"/>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8E9A-4500-8F02-002431BFA658}"/>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8E9A-4500-8F02-002431BFA658}"/>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8E9A-4500-8F02-002431BFA658}"/>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8E9A-4500-8F02-002431BFA658}"/>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8E9A-4500-8F02-002431BFA658}"/>
              </c:ext>
            </c:extLst>
          </c:dPt>
          <c:dLbls>
            <c:delete val="1"/>
          </c:dLbls>
          <c:cat>
            <c:strRef>
              <c:f>'2'!$A$2:$A$11</c:f>
              <c:strCache>
                <c:ptCount val="10"/>
                <c:pt idx="0">
                  <c:v>RT_13</c:v>
                </c:pt>
                <c:pt idx="1">
                  <c:v>RT_09</c:v>
                </c:pt>
                <c:pt idx="2">
                  <c:v>RT_14</c:v>
                </c:pt>
                <c:pt idx="3">
                  <c:v>RT_04</c:v>
                </c:pt>
                <c:pt idx="4">
                  <c:v>RT_08</c:v>
                </c:pt>
                <c:pt idx="5">
                  <c:v>RT_18</c:v>
                </c:pt>
                <c:pt idx="6">
                  <c:v>RT_17</c:v>
                </c:pt>
                <c:pt idx="7">
                  <c:v>RT_11</c:v>
                </c:pt>
                <c:pt idx="8">
                  <c:v>RT_03</c:v>
                </c:pt>
                <c:pt idx="9">
                  <c:v>RT_06</c:v>
                </c:pt>
              </c:strCache>
            </c:strRef>
          </c:cat>
          <c:val>
            <c:numRef>
              <c:f>'2'!$B$2:$B$11</c:f>
              <c:numCache>
                <c:formatCode>General</c:formatCode>
                <c:ptCount val="10"/>
                <c:pt idx="0">
                  <c:v>1.06736111</c:v>
                </c:pt>
                <c:pt idx="1">
                  <c:v>0.69652778000000004</c:v>
                </c:pt>
                <c:pt idx="2">
                  <c:v>0.65486111000000002</c:v>
                </c:pt>
                <c:pt idx="3">
                  <c:v>0.61944443999999999</c:v>
                </c:pt>
                <c:pt idx="4">
                  <c:v>0.60416667000000002</c:v>
                </c:pt>
                <c:pt idx="5">
                  <c:v>0.59791667000000004</c:v>
                </c:pt>
                <c:pt idx="6">
                  <c:v>0.56458333000000005</c:v>
                </c:pt>
                <c:pt idx="7">
                  <c:v>0.55000000000000004</c:v>
                </c:pt>
                <c:pt idx="8">
                  <c:v>0.54027778000000004</c:v>
                </c:pt>
                <c:pt idx="9">
                  <c:v>0.51111110999999998</c:v>
                </c:pt>
              </c:numCache>
            </c:numRef>
          </c:val>
          <c:extLst>
            <c:ext xmlns:c16="http://schemas.microsoft.com/office/drawing/2014/chart" uri="{C3380CC4-5D6E-409C-BE32-E72D297353CC}">
              <c16:uniqueId val="{00000014-8E9A-4500-8F02-002431BFA658}"/>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[3.csv]Sheet1!PivotTable17</c:name>
    <c:fmtId val="3"/>
  </c:pivotSource>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IN" b="0" dirty="0">
                <a:solidFill>
                  <a:schemeClr val="tx1"/>
                </a:solidFill>
              </a:rPr>
              <a:t>Rank by Warehouse</a:t>
            </a:r>
            <a:r>
              <a:rPr lang="en-IN" b="0" baseline="0" dirty="0">
                <a:solidFill>
                  <a:schemeClr val="tx1"/>
                </a:solidFill>
              </a:rPr>
              <a:t> </a:t>
            </a:r>
            <a:r>
              <a:rPr lang="en-IN" b="0" dirty="0">
                <a:solidFill>
                  <a:schemeClr val="tx1"/>
                </a:solidFill>
              </a:rPr>
              <a:t>ID</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c:f>
              <c:strCache>
                <c:ptCount val="1"/>
                <c:pt idx="0">
                  <c:v>Total</c:v>
                </c:pt>
              </c:strCache>
            </c:strRef>
          </c:tx>
          <c:spPr>
            <a:gradFill rotWithShape="1">
              <a:gsLst>
                <a:gs pos="0">
                  <a:schemeClr val="accent1">
                    <a:tint val="94000"/>
                    <a:satMod val="100000"/>
                    <a:lumMod val="108000"/>
                  </a:schemeClr>
                </a:gs>
                <a:gs pos="50000">
                  <a:schemeClr val="accent1">
                    <a:tint val="98000"/>
                    <a:shade val="100000"/>
                    <a:satMod val="100000"/>
                    <a:lumMod val="100000"/>
                  </a:schemeClr>
                </a:gs>
                <a:gs pos="100000">
                  <a:schemeClr val="accent1">
                    <a:shade val="72000"/>
                    <a:satMod val="120000"/>
                    <a:lumMod val="100000"/>
                  </a:schemeClr>
                </a:gs>
              </a:gsLst>
              <a:lin ang="5400000" scaled="0"/>
            </a:gradFill>
            <a:ln>
              <a:noFill/>
            </a:ln>
            <a:effectLst>
              <a:outerShdw blurRad="50800" dist="25400" dir="5400000" rotWithShape="0">
                <a:srgbClr val="000000">
                  <a:alpha val="28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Sheet1!$A$4:$A$13</c:f>
              <c:strCache>
                <c:ptCount val="10"/>
                <c:pt idx="0">
                  <c:v>WH_01</c:v>
                </c:pt>
                <c:pt idx="1">
                  <c:v>WH_02</c:v>
                </c:pt>
                <c:pt idx="2">
                  <c:v>WH_03</c:v>
                </c:pt>
                <c:pt idx="3">
                  <c:v>WH_04</c:v>
                </c:pt>
                <c:pt idx="4">
                  <c:v>WH_05</c:v>
                </c:pt>
                <c:pt idx="5">
                  <c:v>WH_06</c:v>
                </c:pt>
                <c:pt idx="6">
                  <c:v>WH_07</c:v>
                </c:pt>
                <c:pt idx="7">
                  <c:v>WH_08</c:v>
                </c:pt>
                <c:pt idx="8">
                  <c:v>WH_09</c:v>
                </c:pt>
                <c:pt idx="9">
                  <c:v>WH_10</c:v>
                </c:pt>
              </c:strCache>
            </c:strRef>
          </c:cat>
          <c:val>
            <c:numRef>
              <c:f>Sheet1!$B$4:$B$13</c:f>
              <c:numCache>
                <c:formatCode>General</c:formatCode>
                <c:ptCount val="10"/>
                <c:pt idx="0">
                  <c:v>84</c:v>
                </c:pt>
                <c:pt idx="1">
                  <c:v>92</c:v>
                </c:pt>
                <c:pt idx="2">
                  <c:v>83</c:v>
                </c:pt>
                <c:pt idx="3">
                  <c:v>110</c:v>
                </c:pt>
                <c:pt idx="4">
                  <c:v>101</c:v>
                </c:pt>
                <c:pt idx="5">
                  <c:v>73</c:v>
                </c:pt>
                <c:pt idx="6">
                  <c:v>93</c:v>
                </c:pt>
                <c:pt idx="7">
                  <c:v>138</c:v>
                </c:pt>
                <c:pt idx="8">
                  <c:v>162</c:v>
                </c:pt>
                <c:pt idx="9">
                  <c:v>101</c:v>
                </c:pt>
              </c:numCache>
            </c:numRef>
          </c:val>
          <c:extLst>
            <c:ext xmlns:c16="http://schemas.microsoft.com/office/drawing/2014/chart" uri="{C3380CC4-5D6E-409C-BE32-E72D297353CC}">
              <c16:uniqueId val="{00000000-4422-42D7-A28A-3E51DFFA00B2}"/>
            </c:ext>
          </c:extLst>
        </c:ser>
        <c:dLbls>
          <c:dLblPos val="inEnd"/>
          <c:showLegendKey val="0"/>
          <c:showVal val="1"/>
          <c:showCatName val="0"/>
          <c:showSerName val="0"/>
          <c:showPercent val="0"/>
          <c:showBubbleSize val="0"/>
        </c:dLbls>
        <c:gapWidth val="100"/>
        <c:overlap val="-24"/>
        <c:axId val="901158592"/>
        <c:axId val="901160992"/>
      </c:barChart>
      <c:catAx>
        <c:axId val="90115859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901160992"/>
        <c:crosses val="autoZero"/>
        <c:auto val="1"/>
        <c:lblAlgn val="ctr"/>
        <c:lblOffset val="100"/>
        <c:noMultiLvlLbl val="0"/>
      </c:catAx>
      <c:valAx>
        <c:axId val="901160992"/>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901158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'4'!$B$1</c:f>
              <c:strCache>
                <c:ptCount val="1"/>
                <c:pt idx="0">
                  <c:v>Average_Delivery_Time_Days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FE2-41DA-B495-4344B5CF05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FE2-41DA-B495-4344B5CF05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EFE2-41DA-B495-4344B5CF05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EFE2-41DA-B495-4344B5CF058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EFE2-41DA-B495-4344B5CF058C}"/>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EFE2-41DA-B495-4344B5CF058C}"/>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EFE2-41DA-B495-4344B5CF058C}"/>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EFE2-41DA-B495-4344B5CF058C}"/>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EFE2-41DA-B495-4344B5CF058C}"/>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EFE2-41DA-B495-4344B5CF058C}"/>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EFE2-41DA-B495-4344B5CF058C}"/>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EFE2-41DA-B495-4344B5CF058C}"/>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EFE2-41DA-B495-4344B5CF058C}"/>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EFE2-41DA-B495-4344B5CF058C}"/>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EFE2-41DA-B495-4344B5CF058C}"/>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EFE2-41DA-B495-4344B5CF058C}"/>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EFE2-41DA-B495-4344B5CF058C}"/>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EFE2-41DA-B495-4344B5CF058C}"/>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EFE2-41DA-B495-4344B5CF058C}"/>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EFE2-41DA-B495-4344B5CF058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'4'!$A$2:$A$21</c:f>
              <c:strCache>
                <c:ptCount val="20"/>
                <c:pt idx="0">
                  <c:v>RT_01</c:v>
                </c:pt>
                <c:pt idx="1">
                  <c:v>RT_02</c:v>
                </c:pt>
                <c:pt idx="2">
                  <c:v>RT_03</c:v>
                </c:pt>
                <c:pt idx="3">
                  <c:v>RT_04</c:v>
                </c:pt>
                <c:pt idx="4">
                  <c:v>RT_05</c:v>
                </c:pt>
                <c:pt idx="5">
                  <c:v>RT_06</c:v>
                </c:pt>
                <c:pt idx="6">
                  <c:v>RT_07</c:v>
                </c:pt>
                <c:pt idx="7">
                  <c:v>RT_08</c:v>
                </c:pt>
                <c:pt idx="8">
                  <c:v>RT_09</c:v>
                </c:pt>
                <c:pt idx="9">
                  <c:v>RT_10</c:v>
                </c:pt>
                <c:pt idx="10">
                  <c:v>RT_11</c:v>
                </c:pt>
                <c:pt idx="11">
                  <c:v>RT_12</c:v>
                </c:pt>
                <c:pt idx="12">
                  <c:v>RT_13</c:v>
                </c:pt>
                <c:pt idx="13">
                  <c:v>RT_14</c:v>
                </c:pt>
                <c:pt idx="14">
                  <c:v>RT_15</c:v>
                </c:pt>
                <c:pt idx="15">
                  <c:v>RT_16</c:v>
                </c:pt>
                <c:pt idx="16">
                  <c:v>RT_17</c:v>
                </c:pt>
                <c:pt idx="17">
                  <c:v>RT_18</c:v>
                </c:pt>
                <c:pt idx="18">
                  <c:v>RT_19</c:v>
                </c:pt>
                <c:pt idx="19">
                  <c:v>RT_20</c:v>
                </c:pt>
              </c:strCache>
            </c:strRef>
          </c:cat>
          <c:val>
            <c:numRef>
              <c:f>'4'!$B$2:$B$21</c:f>
              <c:numCache>
                <c:formatCode>General</c:formatCode>
                <c:ptCount val="20"/>
                <c:pt idx="0">
                  <c:v>0.48470000000000002</c:v>
                </c:pt>
                <c:pt idx="1">
                  <c:v>0.15490000000000001</c:v>
                </c:pt>
                <c:pt idx="2">
                  <c:v>0.5403</c:v>
                </c:pt>
                <c:pt idx="3">
                  <c:v>0.61939999999999995</c:v>
                </c:pt>
                <c:pt idx="4">
                  <c:v>0.30070000000000002</c:v>
                </c:pt>
                <c:pt idx="5">
                  <c:v>0.5111</c:v>
                </c:pt>
                <c:pt idx="6">
                  <c:v>0.34239999999999998</c:v>
                </c:pt>
                <c:pt idx="7">
                  <c:v>0.60419999999999996</c:v>
                </c:pt>
                <c:pt idx="8">
                  <c:v>0.69650000000000001</c:v>
                </c:pt>
                <c:pt idx="9">
                  <c:v>0.23400000000000001</c:v>
                </c:pt>
                <c:pt idx="10">
                  <c:v>0.55000000000000004</c:v>
                </c:pt>
                <c:pt idx="11">
                  <c:v>0.30830000000000002</c:v>
                </c:pt>
                <c:pt idx="12">
                  <c:v>1.0673999999999999</c:v>
                </c:pt>
                <c:pt idx="13">
                  <c:v>0.65490000000000004</c:v>
                </c:pt>
                <c:pt idx="14">
                  <c:v>0.2868</c:v>
                </c:pt>
                <c:pt idx="15">
                  <c:v>0.49380000000000002</c:v>
                </c:pt>
                <c:pt idx="16">
                  <c:v>0.56459999999999999</c:v>
                </c:pt>
                <c:pt idx="17">
                  <c:v>0.59789999999999999</c:v>
                </c:pt>
                <c:pt idx="18">
                  <c:v>0.2049</c:v>
                </c:pt>
                <c:pt idx="19">
                  <c:v>0.24440000000000001</c:v>
                </c:pt>
              </c:numCache>
            </c:numRef>
          </c:val>
          <c:extLst>
            <c:ext xmlns:c16="http://schemas.microsoft.com/office/drawing/2014/chart" uri="{C3380CC4-5D6E-409C-BE32-E72D297353CC}">
              <c16:uniqueId val="{00000028-EFE2-41DA-B495-4344B5CF058C}"/>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20% delayed shipments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line3DChart>
        <c:grouping val="standard"/>
        <c:varyColors val="0"/>
        <c:ser>
          <c:idx val="0"/>
          <c:order val="0"/>
          <c:tx>
            <c:strRef>
              <c:f>'5'!$D$1</c:f>
              <c:strCache>
                <c:ptCount val="1"/>
                <c:pt idx="0">
                  <c:v>Distance_KM</c:v>
                </c:pt>
              </c:strCache>
            </c:strRef>
          </c:tx>
          <c:spPr>
            <a:solidFill>
              <a:schemeClr val="accent1"/>
            </a:solidFill>
            <a:ln>
              <a:noFill/>
            </a:ln>
            <a:effectLst/>
            <a:sp3d/>
          </c:spPr>
          <c:cat>
            <c:strRef>
              <c:f>'5'!$A$2:$A$21</c:f>
              <c:strCache>
                <c:ptCount val="20"/>
                <c:pt idx="0">
                  <c:v>RT_11</c:v>
                </c:pt>
                <c:pt idx="1">
                  <c:v>RT_05</c:v>
                </c:pt>
                <c:pt idx="2">
                  <c:v>RT_18</c:v>
                </c:pt>
                <c:pt idx="3">
                  <c:v>RT_08</c:v>
                </c:pt>
                <c:pt idx="4">
                  <c:v>RT_03</c:v>
                </c:pt>
                <c:pt idx="5">
                  <c:v>RT_02</c:v>
                </c:pt>
                <c:pt idx="6">
                  <c:v>RT_07</c:v>
                </c:pt>
                <c:pt idx="7">
                  <c:v>RT_04</c:v>
                </c:pt>
                <c:pt idx="8">
                  <c:v>RT_14</c:v>
                </c:pt>
                <c:pt idx="9">
                  <c:v>RT_19</c:v>
                </c:pt>
                <c:pt idx="10">
                  <c:v>RT_16</c:v>
                </c:pt>
                <c:pt idx="11">
                  <c:v>RT_12</c:v>
                </c:pt>
                <c:pt idx="12">
                  <c:v>RT_06</c:v>
                </c:pt>
                <c:pt idx="13">
                  <c:v>RT_09</c:v>
                </c:pt>
                <c:pt idx="14">
                  <c:v>RT_10</c:v>
                </c:pt>
                <c:pt idx="15">
                  <c:v>RT_15</c:v>
                </c:pt>
                <c:pt idx="16">
                  <c:v>RT_13</c:v>
                </c:pt>
                <c:pt idx="17">
                  <c:v>RT_01</c:v>
                </c:pt>
                <c:pt idx="18">
                  <c:v>RT_17</c:v>
                </c:pt>
                <c:pt idx="19">
                  <c:v>RT_20</c:v>
                </c:pt>
              </c:strCache>
              <c:extLst/>
            </c:strRef>
          </c:cat>
          <c:val>
            <c:numRef>
              <c:f>'5'!$D$2:$D$21</c:f>
              <c:numCache>
                <c:formatCode>General</c:formatCode>
                <c:ptCount val="20"/>
                <c:pt idx="0">
                  <c:v>1733</c:v>
                </c:pt>
                <c:pt idx="1">
                  <c:v>928</c:v>
                </c:pt>
                <c:pt idx="2">
                  <c:v>1552</c:v>
                </c:pt>
                <c:pt idx="3">
                  <c:v>1280</c:v>
                </c:pt>
                <c:pt idx="4">
                  <c:v>846</c:v>
                </c:pt>
                <c:pt idx="5">
                  <c:v>719</c:v>
                </c:pt>
                <c:pt idx="6">
                  <c:v>1248</c:v>
                </c:pt>
                <c:pt idx="7">
                  <c:v>1713</c:v>
                </c:pt>
                <c:pt idx="8">
                  <c:v>908</c:v>
                </c:pt>
                <c:pt idx="9">
                  <c:v>1833</c:v>
                </c:pt>
                <c:pt idx="10">
                  <c:v>1243</c:v>
                </c:pt>
                <c:pt idx="11">
                  <c:v>1924</c:v>
                </c:pt>
                <c:pt idx="12">
                  <c:v>1386</c:v>
                </c:pt>
                <c:pt idx="13">
                  <c:v>1963</c:v>
                </c:pt>
                <c:pt idx="14">
                  <c:v>1592</c:v>
                </c:pt>
                <c:pt idx="15">
                  <c:v>1587</c:v>
                </c:pt>
                <c:pt idx="16">
                  <c:v>1078</c:v>
                </c:pt>
                <c:pt idx="17">
                  <c:v>1009</c:v>
                </c:pt>
                <c:pt idx="18">
                  <c:v>927</c:v>
                </c:pt>
                <c:pt idx="19">
                  <c:v>698</c:v>
                </c:pt>
              </c:numCache>
            </c:numRef>
          </c:val>
          <c:smooth val="0"/>
          <c:extLst>
            <c:ext xmlns:c16="http://schemas.microsoft.com/office/drawing/2014/chart" uri="{C3380CC4-5D6E-409C-BE32-E72D297353CC}">
              <c16:uniqueId val="{00000000-332B-4DC4-96BB-BD6CEB5A96ED}"/>
            </c:ext>
          </c:extLst>
        </c:ser>
        <c:ser>
          <c:idx val="1"/>
          <c:order val="1"/>
          <c:tx>
            <c:strRef>
              <c:f>'5'!$E$1</c:f>
              <c:strCache>
                <c:ptCount val="1"/>
                <c:pt idx="0">
                  <c:v>Average_Travel_Time_Min</c:v>
                </c:pt>
              </c:strCache>
            </c:strRef>
          </c:tx>
          <c:spPr>
            <a:solidFill>
              <a:schemeClr val="accent2"/>
            </a:solidFill>
            <a:ln>
              <a:noFill/>
            </a:ln>
            <a:effectLst/>
            <a:sp3d/>
          </c:spPr>
          <c:cat>
            <c:strRef>
              <c:f>'5'!$A$2:$A$21</c:f>
              <c:strCache>
                <c:ptCount val="20"/>
                <c:pt idx="0">
                  <c:v>RT_11</c:v>
                </c:pt>
                <c:pt idx="1">
                  <c:v>RT_05</c:v>
                </c:pt>
                <c:pt idx="2">
                  <c:v>RT_18</c:v>
                </c:pt>
                <c:pt idx="3">
                  <c:v>RT_08</c:v>
                </c:pt>
                <c:pt idx="4">
                  <c:v>RT_03</c:v>
                </c:pt>
                <c:pt idx="5">
                  <c:v>RT_02</c:v>
                </c:pt>
                <c:pt idx="6">
                  <c:v>RT_07</c:v>
                </c:pt>
                <c:pt idx="7">
                  <c:v>RT_04</c:v>
                </c:pt>
                <c:pt idx="8">
                  <c:v>RT_14</c:v>
                </c:pt>
                <c:pt idx="9">
                  <c:v>RT_19</c:v>
                </c:pt>
                <c:pt idx="10">
                  <c:v>RT_16</c:v>
                </c:pt>
                <c:pt idx="11">
                  <c:v>RT_12</c:v>
                </c:pt>
                <c:pt idx="12">
                  <c:v>RT_06</c:v>
                </c:pt>
                <c:pt idx="13">
                  <c:v>RT_09</c:v>
                </c:pt>
                <c:pt idx="14">
                  <c:v>RT_10</c:v>
                </c:pt>
                <c:pt idx="15">
                  <c:v>RT_15</c:v>
                </c:pt>
                <c:pt idx="16">
                  <c:v>RT_13</c:v>
                </c:pt>
                <c:pt idx="17">
                  <c:v>RT_01</c:v>
                </c:pt>
                <c:pt idx="18">
                  <c:v>RT_17</c:v>
                </c:pt>
                <c:pt idx="19">
                  <c:v>RT_20</c:v>
                </c:pt>
              </c:strCache>
              <c:extLst/>
            </c:strRef>
          </c:cat>
          <c:val>
            <c:numRef>
              <c:f>'5'!$E$2:$E$21</c:f>
              <c:numCache>
                <c:formatCode>General</c:formatCode>
                <c:ptCount val="20"/>
                <c:pt idx="0">
                  <c:v>772</c:v>
                </c:pt>
                <c:pt idx="1">
                  <c:v>378</c:v>
                </c:pt>
                <c:pt idx="2">
                  <c:v>844</c:v>
                </c:pt>
                <c:pt idx="3">
                  <c:v>780</c:v>
                </c:pt>
                <c:pt idx="4">
                  <c:v>749</c:v>
                </c:pt>
                <c:pt idx="5">
                  <c:v>193</c:v>
                </c:pt>
                <c:pt idx="6">
                  <c:v>435</c:v>
                </c:pt>
                <c:pt idx="7">
                  <c:v>869</c:v>
                </c:pt>
                <c:pt idx="8">
                  <c:v>907</c:v>
                </c:pt>
                <c:pt idx="9">
                  <c:v>245</c:v>
                </c:pt>
                <c:pt idx="10">
                  <c:v>681</c:v>
                </c:pt>
                <c:pt idx="11">
                  <c:v>386</c:v>
                </c:pt>
                <c:pt idx="12">
                  <c:v>721</c:v>
                </c:pt>
                <c:pt idx="13">
                  <c:v>920</c:v>
                </c:pt>
                <c:pt idx="14">
                  <c:v>322</c:v>
                </c:pt>
                <c:pt idx="15">
                  <c:v>326</c:v>
                </c:pt>
                <c:pt idx="16">
                  <c:v>1481</c:v>
                </c:pt>
                <c:pt idx="17">
                  <c:v>631</c:v>
                </c:pt>
                <c:pt idx="18">
                  <c:v>732</c:v>
                </c:pt>
                <c:pt idx="19">
                  <c:v>315</c:v>
                </c:pt>
              </c:numCache>
            </c:numRef>
          </c:val>
          <c:smooth val="0"/>
          <c:extLst>
            <c:ext xmlns:c16="http://schemas.microsoft.com/office/drawing/2014/chart" uri="{C3380CC4-5D6E-409C-BE32-E72D297353CC}">
              <c16:uniqueId val="{00000001-332B-4DC4-96BB-BD6CEB5A96ED}"/>
            </c:ext>
          </c:extLst>
        </c:ser>
        <c:ser>
          <c:idx val="2"/>
          <c:order val="2"/>
          <c:tx>
            <c:strRef>
              <c:f>'5'!$F$1</c:f>
              <c:strCache>
                <c:ptCount val="1"/>
                <c:pt idx="0">
                  <c:v>Total_Shipments</c:v>
                </c:pt>
              </c:strCache>
            </c:strRef>
          </c:tx>
          <c:spPr>
            <a:solidFill>
              <a:schemeClr val="accent3"/>
            </a:solidFill>
            <a:ln>
              <a:noFill/>
            </a:ln>
            <a:effectLst/>
            <a:sp3d/>
          </c:spPr>
          <c:cat>
            <c:strRef>
              <c:f>'5'!$A$2:$A$21</c:f>
              <c:strCache>
                <c:ptCount val="20"/>
                <c:pt idx="0">
                  <c:v>RT_11</c:v>
                </c:pt>
                <c:pt idx="1">
                  <c:v>RT_05</c:v>
                </c:pt>
                <c:pt idx="2">
                  <c:v>RT_18</c:v>
                </c:pt>
                <c:pt idx="3">
                  <c:v>RT_08</c:v>
                </c:pt>
                <c:pt idx="4">
                  <c:v>RT_03</c:v>
                </c:pt>
                <c:pt idx="5">
                  <c:v>RT_02</c:v>
                </c:pt>
                <c:pt idx="6">
                  <c:v>RT_07</c:v>
                </c:pt>
                <c:pt idx="7">
                  <c:v>RT_04</c:v>
                </c:pt>
                <c:pt idx="8">
                  <c:v>RT_14</c:v>
                </c:pt>
                <c:pt idx="9">
                  <c:v>RT_19</c:v>
                </c:pt>
                <c:pt idx="10">
                  <c:v>RT_16</c:v>
                </c:pt>
                <c:pt idx="11">
                  <c:v>RT_12</c:v>
                </c:pt>
                <c:pt idx="12">
                  <c:v>RT_06</c:v>
                </c:pt>
                <c:pt idx="13">
                  <c:v>RT_09</c:v>
                </c:pt>
                <c:pt idx="14">
                  <c:v>RT_10</c:v>
                </c:pt>
                <c:pt idx="15">
                  <c:v>RT_15</c:v>
                </c:pt>
                <c:pt idx="16">
                  <c:v>RT_13</c:v>
                </c:pt>
                <c:pt idx="17">
                  <c:v>RT_01</c:v>
                </c:pt>
                <c:pt idx="18">
                  <c:v>RT_17</c:v>
                </c:pt>
                <c:pt idx="19">
                  <c:v>RT_20</c:v>
                </c:pt>
              </c:strCache>
              <c:extLst/>
            </c:strRef>
          </c:cat>
          <c:val>
            <c:numRef>
              <c:f>'5'!$F$2:$F$21</c:f>
              <c:numCache>
                <c:formatCode>General</c:formatCode>
                <c:ptCount val="20"/>
                <c:pt idx="0">
                  <c:v>15</c:v>
                </c:pt>
                <c:pt idx="1">
                  <c:v>20</c:v>
                </c:pt>
                <c:pt idx="2">
                  <c:v>13</c:v>
                </c:pt>
                <c:pt idx="3">
                  <c:v>15</c:v>
                </c:pt>
                <c:pt idx="4">
                  <c:v>20</c:v>
                </c:pt>
                <c:pt idx="5">
                  <c:v>16</c:v>
                </c:pt>
                <c:pt idx="6">
                  <c:v>9</c:v>
                </c:pt>
                <c:pt idx="7">
                  <c:v>16</c:v>
                </c:pt>
                <c:pt idx="8">
                  <c:v>17</c:v>
                </c:pt>
                <c:pt idx="9">
                  <c:v>15</c:v>
                </c:pt>
                <c:pt idx="10">
                  <c:v>10</c:v>
                </c:pt>
                <c:pt idx="11">
                  <c:v>17</c:v>
                </c:pt>
                <c:pt idx="12">
                  <c:v>11</c:v>
                </c:pt>
                <c:pt idx="13">
                  <c:v>16</c:v>
                </c:pt>
                <c:pt idx="14">
                  <c:v>19</c:v>
                </c:pt>
                <c:pt idx="15">
                  <c:v>17</c:v>
                </c:pt>
                <c:pt idx="16">
                  <c:v>11</c:v>
                </c:pt>
                <c:pt idx="17">
                  <c:v>13</c:v>
                </c:pt>
                <c:pt idx="18">
                  <c:v>15</c:v>
                </c:pt>
                <c:pt idx="19">
                  <c:v>9</c:v>
                </c:pt>
              </c:numCache>
            </c:numRef>
          </c:val>
          <c:smooth val="0"/>
          <c:extLst>
            <c:ext xmlns:c16="http://schemas.microsoft.com/office/drawing/2014/chart" uri="{C3380CC4-5D6E-409C-BE32-E72D297353CC}">
              <c16:uniqueId val="{00000002-332B-4DC4-96BB-BD6CEB5A96ED}"/>
            </c:ext>
          </c:extLst>
        </c:ser>
        <c:ser>
          <c:idx val="3"/>
          <c:order val="3"/>
          <c:tx>
            <c:strRef>
              <c:f>'5'!$G$1</c:f>
              <c:strCache>
                <c:ptCount val="1"/>
                <c:pt idx="0">
                  <c:v>Delayed_Shipments</c:v>
                </c:pt>
              </c:strCache>
            </c:strRef>
          </c:tx>
          <c:spPr>
            <a:solidFill>
              <a:schemeClr val="accent4"/>
            </a:solidFill>
            <a:ln>
              <a:noFill/>
            </a:ln>
            <a:effectLst/>
            <a:sp3d/>
          </c:spPr>
          <c:cat>
            <c:strRef>
              <c:f>'5'!$A$2:$A$21</c:f>
              <c:strCache>
                <c:ptCount val="20"/>
                <c:pt idx="0">
                  <c:v>RT_11</c:v>
                </c:pt>
                <c:pt idx="1">
                  <c:v>RT_05</c:v>
                </c:pt>
                <c:pt idx="2">
                  <c:v>RT_18</c:v>
                </c:pt>
                <c:pt idx="3">
                  <c:v>RT_08</c:v>
                </c:pt>
                <c:pt idx="4">
                  <c:v>RT_03</c:v>
                </c:pt>
                <c:pt idx="5">
                  <c:v>RT_02</c:v>
                </c:pt>
                <c:pt idx="6">
                  <c:v>RT_07</c:v>
                </c:pt>
                <c:pt idx="7">
                  <c:v>RT_04</c:v>
                </c:pt>
                <c:pt idx="8">
                  <c:v>RT_14</c:v>
                </c:pt>
                <c:pt idx="9">
                  <c:v>RT_19</c:v>
                </c:pt>
                <c:pt idx="10">
                  <c:v>RT_16</c:v>
                </c:pt>
                <c:pt idx="11">
                  <c:v>RT_12</c:v>
                </c:pt>
                <c:pt idx="12">
                  <c:v>RT_06</c:v>
                </c:pt>
                <c:pt idx="13">
                  <c:v>RT_09</c:v>
                </c:pt>
                <c:pt idx="14">
                  <c:v>RT_10</c:v>
                </c:pt>
                <c:pt idx="15">
                  <c:v>RT_15</c:v>
                </c:pt>
                <c:pt idx="16">
                  <c:v>RT_13</c:v>
                </c:pt>
                <c:pt idx="17">
                  <c:v>RT_01</c:v>
                </c:pt>
                <c:pt idx="18">
                  <c:v>RT_17</c:v>
                </c:pt>
                <c:pt idx="19">
                  <c:v>RT_20</c:v>
                </c:pt>
              </c:strCache>
              <c:extLst/>
            </c:strRef>
          </c:cat>
          <c:val>
            <c:numRef>
              <c:f>'5'!$G$2:$G$21</c:f>
              <c:numCache>
                <c:formatCode>General</c:formatCode>
                <c:ptCount val="20"/>
                <c:pt idx="0">
                  <c:v>65</c:v>
                </c:pt>
                <c:pt idx="1">
                  <c:v>80</c:v>
                </c:pt>
                <c:pt idx="2">
                  <c:v>52</c:v>
                </c:pt>
                <c:pt idx="3">
                  <c:v>59</c:v>
                </c:pt>
                <c:pt idx="4">
                  <c:v>78</c:v>
                </c:pt>
                <c:pt idx="5">
                  <c:v>59</c:v>
                </c:pt>
                <c:pt idx="6">
                  <c:v>33</c:v>
                </c:pt>
                <c:pt idx="7">
                  <c:v>58</c:v>
                </c:pt>
                <c:pt idx="8">
                  <c:v>59</c:v>
                </c:pt>
                <c:pt idx="9">
                  <c:v>51</c:v>
                </c:pt>
                <c:pt idx="10">
                  <c:v>34</c:v>
                </c:pt>
                <c:pt idx="11">
                  <c:v>57</c:v>
                </c:pt>
                <c:pt idx="12">
                  <c:v>36</c:v>
                </c:pt>
                <c:pt idx="13">
                  <c:v>50</c:v>
                </c:pt>
                <c:pt idx="14">
                  <c:v>56</c:v>
                </c:pt>
                <c:pt idx="15">
                  <c:v>50</c:v>
                </c:pt>
                <c:pt idx="16">
                  <c:v>32</c:v>
                </c:pt>
                <c:pt idx="17">
                  <c:v>36</c:v>
                </c:pt>
                <c:pt idx="18">
                  <c:v>35</c:v>
                </c:pt>
                <c:pt idx="19">
                  <c:v>20</c:v>
                </c:pt>
              </c:numCache>
            </c:numRef>
          </c:val>
          <c:smooth val="0"/>
          <c:extLst>
            <c:ext xmlns:c16="http://schemas.microsoft.com/office/drawing/2014/chart" uri="{C3380CC4-5D6E-409C-BE32-E72D297353CC}">
              <c16:uniqueId val="{00000003-332B-4DC4-96BB-BD6CEB5A96ED}"/>
            </c:ext>
          </c:extLst>
        </c:ser>
        <c:ser>
          <c:idx val="4"/>
          <c:order val="4"/>
          <c:tx>
            <c:strRef>
              <c:f>'5'!$H$1</c:f>
              <c:strCache>
                <c:ptCount val="1"/>
                <c:pt idx="0">
                  <c:v>Delay_Percentage</c:v>
                </c:pt>
              </c:strCache>
            </c:strRef>
          </c:tx>
          <c:spPr>
            <a:solidFill>
              <a:schemeClr val="accent5"/>
            </a:solidFill>
            <a:ln>
              <a:noFill/>
            </a:ln>
            <a:effectLst/>
            <a:sp3d/>
          </c:spPr>
          <c:cat>
            <c:strRef>
              <c:f>'5'!$A$2:$A$21</c:f>
              <c:strCache>
                <c:ptCount val="20"/>
                <c:pt idx="0">
                  <c:v>RT_11</c:v>
                </c:pt>
                <c:pt idx="1">
                  <c:v>RT_05</c:v>
                </c:pt>
                <c:pt idx="2">
                  <c:v>RT_18</c:v>
                </c:pt>
                <c:pt idx="3">
                  <c:v>RT_08</c:v>
                </c:pt>
                <c:pt idx="4">
                  <c:v>RT_03</c:v>
                </c:pt>
                <c:pt idx="5">
                  <c:v>RT_02</c:v>
                </c:pt>
                <c:pt idx="6">
                  <c:v>RT_07</c:v>
                </c:pt>
                <c:pt idx="7">
                  <c:v>RT_04</c:v>
                </c:pt>
                <c:pt idx="8">
                  <c:v>RT_14</c:v>
                </c:pt>
                <c:pt idx="9">
                  <c:v>RT_19</c:v>
                </c:pt>
                <c:pt idx="10">
                  <c:v>RT_16</c:v>
                </c:pt>
                <c:pt idx="11">
                  <c:v>RT_12</c:v>
                </c:pt>
                <c:pt idx="12">
                  <c:v>RT_06</c:v>
                </c:pt>
                <c:pt idx="13">
                  <c:v>RT_09</c:v>
                </c:pt>
                <c:pt idx="14">
                  <c:v>RT_10</c:v>
                </c:pt>
                <c:pt idx="15">
                  <c:v>RT_15</c:v>
                </c:pt>
                <c:pt idx="16">
                  <c:v>RT_13</c:v>
                </c:pt>
                <c:pt idx="17">
                  <c:v>RT_01</c:v>
                </c:pt>
                <c:pt idx="18">
                  <c:v>RT_17</c:v>
                </c:pt>
                <c:pt idx="19">
                  <c:v>RT_20</c:v>
                </c:pt>
              </c:strCache>
              <c:extLst/>
            </c:strRef>
          </c:cat>
          <c:val>
            <c:numRef>
              <c:f>'5'!$H$2:$H$21</c:f>
              <c:numCache>
                <c:formatCode>General</c:formatCode>
                <c:ptCount val="20"/>
                <c:pt idx="0">
                  <c:v>433.33</c:v>
                </c:pt>
                <c:pt idx="1">
                  <c:v>400</c:v>
                </c:pt>
                <c:pt idx="2">
                  <c:v>400</c:v>
                </c:pt>
                <c:pt idx="3">
                  <c:v>393.33</c:v>
                </c:pt>
                <c:pt idx="4">
                  <c:v>390</c:v>
                </c:pt>
                <c:pt idx="5">
                  <c:v>368.75</c:v>
                </c:pt>
                <c:pt idx="6">
                  <c:v>366.67</c:v>
                </c:pt>
                <c:pt idx="7">
                  <c:v>362.5</c:v>
                </c:pt>
                <c:pt idx="8">
                  <c:v>347.06</c:v>
                </c:pt>
                <c:pt idx="9">
                  <c:v>340</c:v>
                </c:pt>
                <c:pt idx="10">
                  <c:v>340</c:v>
                </c:pt>
                <c:pt idx="11">
                  <c:v>335.29</c:v>
                </c:pt>
                <c:pt idx="12">
                  <c:v>327.27</c:v>
                </c:pt>
                <c:pt idx="13">
                  <c:v>312.5</c:v>
                </c:pt>
                <c:pt idx="14">
                  <c:v>294.74</c:v>
                </c:pt>
                <c:pt idx="15">
                  <c:v>294.12</c:v>
                </c:pt>
                <c:pt idx="16">
                  <c:v>290.91000000000003</c:v>
                </c:pt>
                <c:pt idx="17">
                  <c:v>276.92</c:v>
                </c:pt>
                <c:pt idx="18">
                  <c:v>233.33</c:v>
                </c:pt>
                <c:pt idx="19">
                  <c:v>222.22</c:v>
                </c:pt>
              </c:numCache>
            </c:numRef>
          </c:val>
          <c:smooth val="0"/>
          <c:extLst>
            <c:ext xmlns:c16="http://schemas.microsoft.com/office/drawing/2014/chart" uri="{C3380CC4-5D6E-409C-BE32-E72D297353CC}">
              <c16:uniqueId val="{00000004-332B-4DC4-96BB-BD6CEB5A96ED}"/>
            </c:ext>
          </c:extLst>
        </c:ser>
        <c:ser>
          <c:idx val="5"/>
          <c:order val="5"/>
          <c:tx>
            <c:strRef>
              <c:f>'5'!$I$1</c:f>
              <c:strCache>
                <c:ptCount val="1"/>
                <c:pt idx="0">
                  <c:v>Avg_Delay_Minutes</c:v>
                </c:pt>
              </c:strCache>
            </c:strRef>
          </c:tx>
          <c:spPr>
            <a:solidFill>
              <a:schemeClr val="accent6"/>
            </a:solidFill>
            <a:ln>
              <a:noFill/>
            </a:ln>
            <a:effectLst/>
            <a:sp3d/>
          </c:spPr>
          <c:cat>
            <c:strRef>
              <c:f>'5'!$A$2:$A$21</c:f>
              <c:strCache>
                <c:ptCount val="20"/>
                <c:pt idx="0">
                  <c:v>RT_11</c:v>
                </c:pt>
                <c:pt idx="1">
                  <c:v>RT_05</c:v>
                </c:pt>
                <c:pt idx="2">
                  <c:v>RT_18</c:v>
                </c:pt>
                <c:pt idx="3">
                  <c:v>RT_08</c:v>
                </c:pt>
                <c:pt idx="4">
                  <c:v>RT_03</c:v>
                </c:pt>
                <c:pt idx="5">
                  <c:v>RT_02</c:v>
                </c:pt>
                <c:pt idx="6">
                  <c:v>RT_07</c:v>
                </c:pt>
                <c:pt idx="7">
                  <c:v>RT_04</c:v>
                </c:pt>
                <c:pt idx="8">
                  <c:v>RT_14</c:v>
                </c:pt>
                <c:pt idx="9">
                  <c:v>RT_19</c:v>
                </c:pt>
                <c:pt idx="10">
                  <c:v>RT_16</c:v>
                </c:pt>
                <c:pt idx="11">
                  <c:v>RT_12</c:v>
                </c:pt>
                <c:pt idx="12">
                  <c:v>RT_06</c:v>
                </c:pt>
                <c:pt idx="13">
                  <c:v>RT_09</c:v>
                </c:pt>
                <c:pt idx="14">
                  <c:v>RT_10</c:v>
                </c:pt>
                <c:pt idx="15">
                  <c:v>RT_15</c:v>
                </c:pt>
                <c:pt idx="16">
                  <c:v>RT_13</c:v>
                </c:pt>
                <c:pt idx="17">
                  <c:v>RT_01</c:v>
                </c:pt>
                <c:pt idx="18">
                  <c:v>RT_17</c:v>
                </c:pt>
                <c:pt idx="19">
                  <c:v>RT_20</c:v>
                </c:pt>
              </c:strCache>
              <c:extLst/>
            </c:strRef>
          </c:cat>
          <c:val>
            <c:numRef>
              <c:f>'5'!$I$2:$I$21</c:f>
              <c:numCache>
                <c:formatCode>General</c:formatCode>
                <c:ptCount val="20"/>
                <c:pt idx="0">
                  <c:v>69</c:v>
                </c:pt>
                <c:pt idx="1">
                  <c:v>63.33</c:v>
                </c:pt>
                <c:pt idx="2">
                  <c:v>60.62</c:v>
                </c:pt>
                <c:pt idx="3">
                  <c:v>64.930000000000007</c:v>
                </c:pt>
                <c:pt idx="4">
                  <c:v>65.819999999999993</c:v>
                </c:pt>
                <c:pt idx="5">
                  <c:v>65.2</c:v>
                </c:pt>
                <c:pt idx="6">
                  <c:v>63.12</c:v>
                </c:pt>
                <c:pt idx="7">
                  <c:v>72.33</c:v>
                </c:pt>
                <c:pt idx="8">
                  <c:v>61.56</c:v>
                </c:pt>
                <c:pt idx="9">
                  <c:v>63.71</c:v>
                </c:pt>
                <c:pt idx="10">
                  <c:v>68.709999999999994</c:v>
                </c:pt>
                <c:pt idx="11">
                  <c:v>66.84</c:v>
                </c:pt>
                <c:pt idx="12">
                  <c:v>62.58</c:v>
                </c:pt>
                <c:pt idx="13">
                  <c:v>62.58</c:v>
                </c:pt>
                <c:pt idx="14">
                  <c:v>61.09</c:v>
                </c:pt>
                <c:pt idx="15">
                  <c:v>65.12</c:v>
                </c:pt>
                <c:pt idx="16">
                  <c:v>64.97</c:v>
                </c:pt>
                <c:pt idx="17">
                  <c:v>62.47</c:v>
                </c:pt>
                <c:pt idx="18">
                  <c:v>60.91</c:v>
                </c:pt>
                <c:pt idx="19">
                  <c:v>63.1</c:v>
                </c:pt>
              </c:numCache>
            </c:numRef>
          </c:val>
          <c:smooth val="0"/>
          <c:extLst>
            <c:ext xmlns:c16="http://schemas.microsoft.com/office/drawing/2014/chart" uri="{C3380CC4-5D6E-409C-BE32-E72D297353CC}">
              <c16:uniqueId val="{00000005-332B-4DC4-96BB-BD6CEB5A96ED}"/>
            </c:ext>
          </c:extLst>
        </c:ser>
        <c:dLbls>
          <c:showLegendKey val="0"/>
          <c:showVal val="0"/>
          <c:showCatName val="0"/>
          <c:showSerName val="0"/>
          <c:showPercent val="0"/>
          <c:showBubbleSize val="0"/>
        </c:dLbls>
        <c:axId val="263739168"/>
        <c:axId val="263738688"/>
        <c:axId val="1651780288"/>
      </c:line3DChart>
      <c:catAx>
        <c:axId val="2637391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3738688"/>
        <c:crosses val="autoZero"/>
        <c:auto val="1"/>
        <c:lblAlgn val="ctr"/>
        <c:lblOffset val="100"/>
        <c:noMultiLvlLbl val="0"/>
      </c:catAx>
      <c:valAx>
        <c:axId val="263738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3739168"/>
        <c:crosses val="autoZero"/>
        <c:crossBetween val="between"/>
      </c:valAx>
      <c:serAx>
        <c:axId val="1651780288"/>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3738688"/>
        <c:crosses val="autoZero"/>
      </c:ser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Average</a:t>
            </a:r>
            <a:r>
              <a:rPr lang="en-US" baseline="0" dirty="0"/>
              <a:t> Processing Time</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'6'!$D$1</c:f>
              <c:strCache>
                <c:ptCount val="1"/>
                <c:pt idx="0">
                  <c:v>Processing_Capacity</c:v>
                </c:pt>
              </c:strCache>
            </c:strRef>
          </c:tx>
          <c:spPr>
            <a:solidFill>
              <a:schemeClr val="accent1"/>
            </a:solidFill>
            <a:ln>
              <a:noFill/>
            </a:ln>
            <a:effectLst/>
            <a:sp3d/>
          </c:spPr>
          <c:invertIfNegative val="0"/>
          <c:cat>
            <c:strRef>
              <c:f>'6'!$A$2:$A$4</c:f>
              <c:strCache>
                <c:ptCount val="3"/>
                <c:pt idx="0">
                  <c:v>WH_10</c:v>
                </c:pt>
                <c:pt idx="1">
                  <c:v>WH_09</c:v>
                </c:pt>
                <c:pt idx="2">
                  <c:v>WH_01</c:v>
                </c:pt>
              </c:strCache>
              <c:extLst/>
            </c:strRef>
          </c:cat>
          <c:val>
            <c:numRef>
              <c:f>'6'!$D$2:$D$4</c:f>
              <c:numCache>
                <c:formatCode>General</c:formatCode>
                <c:ptCount val="3"/>
                <c:pt idx="0">
                  <c:v>4310</c:v>
                </c:pt>
                <c:pt idx="1">
                  <c:v>4252</c:v>
                </c:pt>
                <c:pt idx="2">
                  <c:v>5020</c:v>
                </c:pt>
              </c:numCache>
            </c:numRef>
          </c:val>
          <c:extLst>
            <c:ext xmlns:c16="http://schemas.microsoft.com/office/drawing/2014/chart" uri="{C3380CC4-5D6E-409C-BE32-E72D297353CC}">
              <c16:uniqueId val="{00000000-D397-473C-8EB8-DBB16F0A1CB2}"/>
            </c:ext>
          </c:extLst>
        </c:ser>
        <c:ser>
          <c:idx val="1"/>
          <c:order val="1"/>
          <c:tx>
            <c:strRef>
              <c:f>'6'!$E$1</c:f>
              <c:strCache>
                <c:ptCount val="1"/>
                <c:pt idx="0">
                  <c:v>Average_Processing_Time_Min</c:v>
                </c:pt>
              </c:strCache>
            </c:strRef>
          </c:tx>
          <c:spPr>
            <a:solidFill>
              <a:schemeClr val="accent2"/>
            </a:solidFill>
            <a:ln>
              <a:noFill/>
            </a:ln>
            <a:effectLst/>
            <a:sp3d/>
          </c:spPr>
          <c:invertIfNegative val="0"/>
          <c:cat>
            <c:strRef>
              <c:f>'6'!$A$2:$A$4</c:f>
              <c:strCache>
                <c:ptCount val="3"/>
                <c:pt idx="0">
                  <c:v>WH_10</c:v>
                </c:pt>
                <c:pt idx="1">
                  <c:v>WH_09</c:v>
                </c:pt>
                <c:pt idx="2">
                  <c:v>WH_01</c:v>
                </c:pt>
              </c:strCache>
              <c:extLst/>
            </c:strRef>
          </c:cat>
          <c:val>
            <c:numRef>
              <c:f>'6'!$E$2:$E$4</c:f>
              <c:numCache>
                <c:formatCode>General</c:formatCode>
                <c:ptCount val="3"/>
                <c:pt idx="0">
                  <c:v>117</c:v>
                </c:pt>
                <c:pt idx="1">
                  <c:v>110</c:v>
                </c:pt>
                <c:pt idx="2">
                  <c:v>101</c:v>
                </c:pt>
              </c:numCache>
            </c:numRef>
          </c:val>
          <c:extLst>
            <c:ext xmlns:c16="http://schemas.microsoft.com/office/drawing/2014/chart" uri="{C3380CC4-5D6E-409C-BE32-E72D297353CC}">
              <c16:uniqueId val="{00000001-D397-473C-8EB8-DBB16F0A1CB2}"/>
            </c:ext>
          </c:extLst>
        </c:ser>
        <c:dLbls>
          <c:showLegendKey val="0"/>
          <c:showVal val="0"/>
          <c:showCatName val="0"/>
          <c:showSerName val="0"/>
          <c:showPercent val="0"/>
          <c:showBubbleSize val="0"/>
        </c:dLbls>
        <c:gapWidth val="150"/>
        <c:shape val="box"/>
        <c:axId val="13359744"/>
        <c:axId val="13358784"/>
        <c:axId val="0"/>
      </c:bar3DChart>
      <c:catAx>
        <c:axId val="1335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8784"/>
        <c:crosses val="autoZero"/>
        <c:auto val="1"/>
        <c:lblAlgn val="ctr"/>
        <c:lblOffset val="100"/>
        <c:noMultiLvlLbl val="0"/>
      </c:catAx>
      <c:valAx>
        <c:axId val="13358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97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Total vs. Delayed shipments for each Warehouse.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'7'!$B$1</c:f>
              <c:strCache>
                <c:ptCount val="1"/>
                <c:pt idx="0">
                  <c:v>Total_Shipments</c:v>
                </c:pt>
              </c:strCache>
            </c:strRef>
          </c:tx>
          <c:spPr>
            <a:solidFill>
              <a:schemeClr val="accent1"/>
            </a:solidFill>
            <a:ln>
              <a:noFill/>
            </a:ln>
            <a:effectLst/>
          </c:spPr>
          <c:invertIfNegative val="0"/>
          <c:cat>
            <c:strRef>
              <c:f>'7'!$A$2:$A$11</c:f>
              <c:strCache>
                <c:ptCount val="10"/>
                <c:pt idx="0">
                  <c:v>WH_10</c:v>
                </c:pt>
                <c:pt idx="1">
                  <c:v>WH_03</c:v>
                </c:pt>
                <c:pt idx="2">
                  <c:v>WH_09</c:v>
                </c:pt>
                <c:pt idx="3">
                  <c:v>WH_01</c:v>
                </c:pt>
                <c:pt idx="4">
                  <c:v>WH_05</c:v>
                </c:pt>
                <c:pt idx="5">
                  <c:v>WH_06</c:v>
                </c:pt>
                <c:pt idx="6">
                  <c:v>WH_02</c:v>
                </c:pt>
                <c:pt idx="7">
                  <c:v>WH_08</c:v>
                </c:pt>
                <c:pt idx="8">
                  <c:v>WH_04</c:v>
                </c:pt>
                <c:pt idx="9">
                  <c:v>WH_07</c:v>
                </c:pt>
              </c:strCache>
            </c:strRef>
          </c:cat>
          <c:val>
            <c:numRef>
              <c:f>'7'!$B$2:$B$11</c:f>
              <c:numCache>
                <c:formatCode>General</c:formatCode>
                <c:ptCount val="10"/>
                <c:pt idx="0">
                  <c:v>30</c:v>
                </c:pt>
                <c:pt idx="1">
                  <c:v>25</c:v>
                </c:pt>
                <c:pt idx="2">
                  <c:v>43</c:v>
                </c:pt>
                <c:pt idx="3">
                  <c:v>24</c:v>
                </c:pt>
                <c:pt idx="4">
                  <c:v>27</c:v>
                </c:pt>
                <c:pt idx="5">
                  <c:v>26</c:v>
                </c:pt>
                <c:pt idx="6">
                  <c:v>27</c:v>
                </c:pt>
                <c:pt idx="7">
                  <c:v>36</c:v>
                </c:pt>
                <c:pt idx="8">
                  <c:v>31</c:v>
                </c:pt>
                <c:pt idx="9">
                  <c:v>25</c:v>
                </c:pt>
              </c:numCache>
            </c:numRef>
          </c:val>
          <c:extLst>
            <c:ext xmlns:c16="http://schemas.microsoft.com/office/drawing/2014/chart" uri="{C3380CC4-5D6E-409C-BE32-E72D297353CC}">
              <c16:uniqueId val="{00000000-C55B-4A7D-8ECD-5D04CC8D05C4}"/>
            </c:ext>
          </c:extLst>
        </c:ser>
        <c:ser>
          <c:idx val="1"/>
          <c:order val="1"/>
          <c:tx>
            <c:strRef>
              <c:f>'7'!$C$1</c:f>
              <c:strCache>
                <c:ptCount val="1"/>
                <c:pt idx="0">
                  <c:v>Delayed_Shipments</c:v>
                </c:pt>
              </c:strCache>
            </c:strRef>
          </c:tx>
          <c:spPr>
            <a:solidFill>
              <a:schemeClr val="accent2"/>
            </a:solidFill>
            <a:ln>
              <a:noFill/>
            </a:ln>
            <a:effectLst/>
          </c:spPr>
          <c:invertIfNegative val="0"/>
          <c:cat>
            <c:strRef>
              <c:f>'7'!$A$2:$A$11</c:f>
              <c:strCache>
                <c:ptCount val="10"/>
                <c:pt idx="0">
                  <c:v>WH_10</c:v>
                </c:pt>
                <c:pt idx="1">
                  <c:v>WH_03</c:v>
                </c:pt>
                <c:pt idx="2">
                  <c:v>WH_09</c:v>
                </c:pt>
                <c:pt idx="3">
                  <c:v>WH_01</c:v>
                </c:pt>
                <c:pt idx="4">
                  <c:v>WH_05</c:v>
                </c:pt>
                <c:pt idx="5">
                  <c:v>WH_06</c:v>
                </c:pt>
                <c:pt idx="6">
                  <c:v>WH_02</c:v>
                </c:pt>
                <c:pt idx="7">
                  <c:v>WH_08</c:v>
                </c:pt>
                <c:pt idx="8">
                  <c:v>WH_04</c:v>
                </c:pt>
                <c:pt idx="9">
                  <c:v>WH_07</c:v>
                </c:pt>
              </c:strCache>
            </c:strRef>
          </c:cat>
          <c:val>
            <c:numRef>
              <c:f>'7'!$C$2:$C$11</c:f>
              <c:numCache>
                <c:formatCode>General</c:formatCode>
                <c:ptCount val="10"/>
                <c:pt idx="0">
                  <c:v>114</c:v>
                </c:pt>
                <c:pt idx="1">
                  <c:v>93</c:v>
                </c:pt>
                <c:pt idx="2">
                  <c:v>159</c:v>
                </c:pt>
                <c:pt idx="3">
                  <c:v>84</c:v>
                </c:pt>
                <c:pt idx="4">
                  <c:v>92</c:v>
                </c:pt>
                <c:pt idx="5">
                  <c:v>85</c:v>
                </c:pt>
                <c:pt idx="6">
                  <c:v>87</c:v>
                </c:pt>
                <c:pt idx="7">
                  <c:v>114</c:v>
                </c:pt>
                <c:pt idx="8">
                  <c:v>98</c:v>
                </c:pt>
                <c:pt idx="9">
                  <c:v>74</c:v>
                </c:pt>
              </c:numCache>
            </c:numRef>
          </c:val>
          <c:extLst>
            <c:ext xmlns:c16="http://schemas.microsoft.com/office/drawing/2014/chart" uri="{C3380CC4-5D6E-409C-BE32-E72D297353CC}">
              <c16:uniqueId val="{00000001-C55B-4A7D-8ECD-5D04CC8D05C4}"/>
            </c:ext>
          </c:extLst>
        </c:ser>
        <c:ser>
          <c:idx val="2"/>
          <c:order val="2"/>
          <c:tx>
            <c:strRef>
              <c:f>'7'!$D$1</c:f>
              <c:strCache>
                <c:ptCount val="1"/>
                <c:pt idx="0">
                  <c:v>Delay_Percentage</c:v>
                </c:pt>
              </c:strCache>
            </c:strRef>
          </c:tx>
          <c:spPr>
            <a:solidFill>
              <a:schemeClr val="accent3"/>
            </a:solidFill>
            <a:ln>
              <a:noFill/>
            </a:ln>
            <a:effectLst/>
          </c:spPr>
          <c:invertIfNegative val="0"/>
          <c:cat>
            <c:strRef>
              <c:f>'7'!$A$2:$A$11</c:f>
              <c:strCache>
                <c:ptCount val="10"/>
                <c:pt idx="0">
                  <c:v>WH_10</c:v>
                </c:pt>
                <c:pt idx="1">
                  <c:v>WH_03</c:v>
                </c:pt>
                <c:pt idx="2">
                  <c:v>WH_09</c:v>
                </c:pt>
                <c:pt idx="3">
                  <c:v>WH_01</c:v>
                </c:pt>
                <c:pt idx="4">
                  <c:v>WH_05</c:v>
                </c:pt>
                <c:pt idx="5">
                  <c:v>WH_06</c:v>
                </c:pt>
                <c:pt idx="6">
                  <c:v>WH_02</c:v>
                </c:pt>
                <c:pt idx="7">
                  <c:v>WH_08</c:v>
                </c:pt>
                <c:pt idx="8">
                  <c:v>WH_04</c:v>
                </c:pt>
                <c:pt idx="9">
                  <c:v>WH_07</c:v>
                </c:pt>
              </c:strCache>
            </c:strRef>
          </c:cat>
          <c:val>
            <c:numRef>
              <c:f>'7'!$D$2:$D$11</c:f>
              <c:numCache>
                <c:formatCode>General</c:formatCode>
                <c:ptCount val="10"/>
                <c:pt idx="0">
                  <c:v>380</c:v>
                </c:pt>
                <c:pt idx="1">
                  <c:v>372</c:v>
                </c:pt>
                <c:pt idx="2">
                  <c:v>369.76744000000002</c:v>
                </c:pt>
                <c:pt idx="3">
                  <c:v>350</c:v>
                </c:pt>
                <c:pt idx="4">
                  <c:v>340.74074000000002</c:v>
                </c:pt>
                <c:pt idx="5">
                  <c:v>326.92308000000003</c:v>
                </c:pt>
                <c:pt idx="6">
                  <c:v>322.22221999999999</c:v>
                </c:pt>
                <c:pt idx="7">
                  <c:v>316.66667000000001</c:v>
                </c:pt>
                <c:pt idx="8">
                  <c:v>316.12903</c:v>
                </c:pt>
                <c:pt idx="9">
                  <c:v>296</c:v>
                </c:pt>
              </c:numCache>
            </c:numRef>
          </c:val>
          <c:extLst>
            <c:ext xmlns:c16="http://schemas.microsoft.com/office/drawing/2014/chart" uri="{C3380CC4-5D6E-409C-BE32-E72D297353CC}">
              <c16:uniqueId val="{00000002-C55B-4A7D-8ECD-5D04CC8D05C4}"/>
            </c:ext>
          </c:extLst>
        </c:ser>
        <c:dLbls>
          <c:showLegendKey val="0"/>
          <c:showVal val="0"/>
          <c:showCatName val="0"/>
          <c:showSerName val="0"/>
          <c:showPercent val="0"/>
          <c:showBubbleSize val="0"/>
        </c:dLbls>
        <c:gapWidth val="219"/>
        <c:overlap val="-27"/>
        <c:axId val="263715168"/>
        <c:axId val="263700288"/>
      </c:barChart>
      <c:catAx>
        <c:axId val="263715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3700288"/>
        <c:crosses val="autoZero"/>
        <c:auto val="1"/>
        <c:lblAlgn val="ctr"/>
        <c:lblOffset val="100"/>
        <c:noMultiLvlLbl val="0"/>
      </c:catAx>
      <c:valAx>
        <c:axId val="263700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3715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 Processing Time &gt; Global Average.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'8'!$B$1</c:f>
              <c:strCache>
                <c:ptCount val="1"/>
                <c:pt idx="0">
                  <c:v>Avg_Processing_Time</c:v>
                </c:pt>
              </c:strCache>
            </c:strRef>
          </c:tx>
          <c:spPr>
            <a:solidFill>
              <a:schemeClr val="accent1"/>
            </a:solidFill>
            <a:ln>
              <a:noFill/>
            </a:ln>
            <a:effectLst/>
          </c:spPr>
          <c:invertIfNegative val="0"/>
          <c:cat>
            <c:strRef>
              <c:f>'8'!$A$2:$A$7</c:f>
              <c:strCache>
                <c:ptCount val="6"/>
                <c:pt idx="0">
                  <c:v>WH_01</c:v>
                </c:pt>
                <c:pt idx="1">
                  <c:v>WH_03</c:v>
                </c:pt>
                <c:pt idx="2">
                  <c:v>WH_04</c:v>
                </c:pt>
                <c:pt idx="3">
                  <c:v>WH_06</c:v>
                </c:pt>
                <c:pt idx="4">
                  <c:v>WH_09</c:v>
                </c:pt>
                <c:pt idx="5">
                  <c:v>WH_10</c:v>
                </c:pt>
              </c:strCache>
            </c:strRef>
          </c:cat>
          <c:val>
            <c:numRef>
              <c:f>'8'!$B$2:$B$7</c:f>
              <c:numCache>
                <c:formatCode>General</c:formatCode>
                <c:ptCount val="6"/>
                <c:pt idx="0">
                  <c:v>101</c:v>
                </c:pt>
                <c:pt idx="1">
                  <c:v>84</c:v>
                </c:pt>
                <c:pt idx="2">
                  <c:v>81</c:v>
                </c:pt>
                <c:pt idx="3">
                  <c:v>95</c:v>
                </c:pt>
                <c:pt idx="4">
                  <c:v>110</c:v>
                </c:pt>
                <c:pt idx="5">
                  <c:v>117</c:v>
                </c:pt>
              </c:numCache>
            </c:numRef>
          </c:val>
          <c:extLst>
            <c:ext xmlns:c16="http://schemas.microsoft.com/office/drawing/2014/chart" uri="{C3380CC4-5D6E-409C-BE32-E72D297353CC}">
              <c16:uniqueId val="{00000000-9ACC-44C1-B62D-4E66C50F903A}"/>
            </c:ext>
          </c:extLst>
        </c:ser>
        <c:ser>
          <c:idx val="1"/>
          <c:order val="1"/>
          <c:tx>
            <c:strRef>
              <c:f>'8'!$C$1</c:f>
              <c:strCache>
                <c:ptCount val="1"/>
                <c:pt idx="0">
                  <c:v>Global_Avg_Time</c:v>
                </c:pt>
              </c:strCache>
            </c:strRef>
          </c:tx>
          <c:spPr>
            <a:solidFill>
              <a:schemeClr val="accent2"/>
            </a:solidFill>
            <a:ln>
              <a:noFill/>
            </a:ln>
            <a:effectLst/>
          </c:spPr>
          <c:invertIfNegative val="0"/>
          <c:cat>
            <c:strRef>
              <c:f>'8'!$A$2:$A$7</c:f>
              <c:strCache>
                <c:ptCount val="6"/>
                <c:pt idx="0">
                  <c:v>WH_01</c:v>
                </c:pt>
                <c:pt idx="1">
                  <c:v>WH_03</c:v>
                </c:pt>
                <c:pt idx="2">
                  <c:v>WH_04</c:v>
                </c:pt>
                <c:pt idx="3">
                  <c:v>WH_06</c:v>
                </c:pt>
                <c:pt idx="4">
                  <c:v>WH_09</c:v>
                </c:pt>
                <c:pt idx="5">
                  <c:v>WH_10</c:v>
                </c:pt>
              </c:strCache>
            </c:strRef>
          </c:cat>
          <c:val>
            <c:numRef>
              <c:f>'8'!$C$2:$C$7</c:f>
              <c:numCache>
                <c:formatCode>General</c:formatCode>
                <c:ptCount val="6"/>
                <c:pt idx="0">
                  <c:v>79.400000000000006</c:v>
                </c:pt>
                <c:pt idx="1">
                  <c:v>79.400000000000006</c:v>
                </c:pt>
                <c:pt idx="2">
                  <c:v>79.400000000000006</c:v>
                </c:pt>
                <c:pt idx="3">
                  <c:v>79.400000000000006</c:v>
                </c:pt>
                <c:pt idx="4">
                  <c:v>79.400000000000006</c:v>
                </c:pt>
                <c:pt idx="5">
                  <c:v>79.400000000000006</c:v>
                </c:pt>
              </c:numCache>
            </c:numRef>
          </c:val>
          <c:extLst>
            <c:ext xmlns:c16="http://schemas.microsoft.com/office/drawing/2014/chart" uri="{C3380CC4-5D6E-409C-BE32-E72D297353CC}">
              <c16:uniqueId val="{00000001-9ACC-44C1-B62D-4E66C50F903A}"/>
            </c:ext>
          </c:extLst>
        </c:ser>
        <c:dLbls>
          <c:showLegendKey val="0"/>
          <c:showVal val="0"/>
          <c:showCatName val="0"/>
          <c:showSerName val="0"/>
          <c:showPercent val="0"/>
          <c:showBubbleSize val="0"/>
        </c:dLbls>
        <c:gapWidth val="219"/>
        <c:overlap val="-27"/>
        <c:axId val="13354944"/>
        <c:axId val="13362144"/>
      </c:barChart>
      <c:catAx>
        <c:axId val="133549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62144"/>
        <c:crosses val="autoZero"/>
        <c:auto val="1"/>
        <c:lblAlgn val="ctr"/>
        <c:lblOffset val="100"/>
        <c:noMultiLvlLbl val="0"/>
      </c:catAx>
      <c:valAx>
        <c:axId val="13362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5494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[10.csv]Sheet1!PivotTable91</c:name>
    <c:fmtId val="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Count of Agent_ID by Route_ID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Sheet1!$B$1</c:f>
              <c:strCache>
                <c:ptCount val="1"/>
                <c:pt idx="0">
                  <c:v>Total</c:v>
                </c:pt>
              </c:strCache>
            </c:strRef>
          </c:tx>
          <c:spPr>
            <a:solidFill>
              <a:schemeClr val="accent1"/>
            </a:solidFill>
            <a:ln>
              <a:noFill/>
            </a:ln>
            <a:effectLst/>
          </c:spPr>
          <c:invertIfNegative val="0"/>
          <c:cat>
            <c:strRef>
              <c:f>Sheet1!$A$2:$A$19</c:f>
              <c:strCache>
                <c:ptCount val="18"/>
                <c:pt idx="0">
                  <c:v>RT_01</c:v>
                </c:pt>
                <c:pt idx="1">
                  <c:v>RT_02</c:v>
                </c:pt>
                <c:pt idx="2">
                  <c:v>RT_03</c:v>
                </c:pt>
                <c:pt idx="3">
                  <c:v>RT_04</c:v>
                </c:pt>
                <c:pt idx="4">
                  <c:v>RT_05</c:v>
                </c:pt>
                <c:pt idx="5">
                  <c:v>RT_06</c:v>
                </c:pt>
                <c:pt idx="6">
                  <c:v>RT_07</c:v>
                </c:pt>
                <c:pt idx="7">
                  <c:v>RT_08</c:v>
                </c:pt>
                <c:pt idx="8">
                  <c:v>RT_09</c:v>
                </c:pt>
                <c:pt idx="9">
                  <c:v>RT_10</c:v>
                </c:pt>
                <c:pt idx="10">
                  <c:v>RT_11</c:v>
                </c:pt>
                <c:pt idx="11">
                  <c:v>RT_12</c:v>
                </c:pt>
                <c:pt idx="12">
                  <c:v>RT_13</c:v>
                </c:pt>
                <c:pt idx="13">
                  <c:v>RT_14</c:v>
                </c:pt>
                <c:pt idx="14">
                  <c:v>RT_15</c:v>
                </c:pt>
                <c:pt idx="15">
                  <c:v>RT_16</c:v>
                </c:pt>
                <c:pt idx="16">
                  <c:v>RT_17</c:v>
                </c:pt>
                <c:pt idx="17">
                  <c:v>RT_20</c:v>
                </c:pt>
              </c:strCache>
            </c:strRef>
          </c:cat>
          <c:val>
            <c:numRef>
              <c:f>Sheet1!$B$2:$B$19</c:f>
              <c:numCache>
                <c:formatCode>General</c:formatCode>
                <c:ptCount val="18"/>
                <c:pt idx="0">
                  <c:v>2</c:v>
                </c:pt>
                <c:pt idx="1">
                  <c:v>4</c:v>
                </c:pt>
                <c:pt idx="2">
                  <c:v>2</c:v>
                </c:pt>
                <c:pt idx="3">
                  <c:v>2</c:v>
                </c:pt>
                <c:pt idx="4">
                  <c:v>2</c:v>
                </c:pt>
                <c:pt idx="5">
                  <c:v>1</c:v>
                </c:pt>
                <c:pt idx="6">
                  <c:v>5</c:v>
                </c:pt>
                <c:pt idx="7">
                  <c:v>3</c:v>
                </c:pt>
                <c:pt idx="8">
                  <c:v>3</c:v>
                </c:pt>
                <c:pt idx="9">
                  <c:v>2</c:v>
                </c:pt>
                <c:pt idx="10">
                  <c:v>2</c:v>
                </c:pt>
                <c:pt idx="11">
                  <c:v>1</c:v>
                </c:pt>
                <c:pt idx="12">
                  <c:v>1</c:v>
                </c:pt>
                <c:pt idx="13">
                  <c:v>3</c:v>
                </c:pt>
                <c:pt idx="14">
                  <c:v>1</c:v>
                </c:pt>
                <c:pt idx="15">
                  <c:v>2</c:v>
                </c:pt>
                <c:pt idx="16">
                  <c:v>1</c:v>
                </c:pt>
                <c:pt idx="17">
                  <c:v>3</c:v>
                </c:pt>
              </c:numCache>
            </c:numRef>
          </c:val>
          <c:extLst>
            <c:ext xmlns:c16="http://schemas.microsoft.com/office/drawing/2014/chart" uri="{C3380CC4-5D6E-409C-BE32-E72D297353CC}">
              <c16:uniqueId val="{00000000-BF68-47E8-9883-887A4A6515BD}"/>
            </c:ext>
          </c:extLst>
        </c:ser>
        <c:dLbls>
          <c:showLegendKey val="0"/>
          <c:showVal val="0"/>
          <c:showCatName val="0"/>
          <c:showSerName val="0"/>
          <c:showPercent val="0"/>
          <c:showBubbleSize val="0"/>
        </c:dLbls>
        <c:gapWidth val="219"/>
        <c:overlap val="-27"/>
        <c:axId val="14746480"/>
        <c:axId val="14746960"/>
      </c:barChart>
      <c:catAx>
        <c:axId val="147464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46960"/>
        <c:crosses val="autoZero"/>
        <c:auto val="1"/>
        <c:lblAlgn val="ctr"/>
        <c:lblOffset val="100"/>
        <c:noMultiLvlLbl val="0"/>
      </c:catAx>
      <c:valAx>
        <c:axId val="14746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7464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'11'!$B$1</c:f>
              <c:strCache>
                <c:ptCount val="1"/>
                <c:pt idx="0">
                  <c:v>Average_Speed</c:v>
                </c:pt>
              </c:strCache>
            </c:strRef>
          </c:tx>
          <c:spPr>
            <a:solidFill>
              <a:schemeClr val="accent1"/>
            </a:solidFill>
            <a:ln>
              <a:noFill/>
            </a:ln>
            <a:effectLst/>
          </c:spPr>
          <c:invertIfNegative val="0"/>
          <c:cat>
            <c:strRef>
              <c:f>'11'!$A$2:$A$3</c:f>
              <c:strCache>
                <c:ptCount val="2"/>
                <c:pt idx="0">
                  <c:v>Top 5 Agents</c:v>
                </c:pt>
                <c:pt idx="1">
                  <c:v>Bottom 5 Agents</c:v>
                </c:pt>
              </c:strCache>
            </c:strRef>
          </c:cat>
          <c:val>
            <c:numRef>
              <c:f>'11'!$B$2:$B$3</c:f>
              <c:numCache>
                <c:formatCode>General</c:formatCode>
                <c:ptCount val="2"/>
                <c:pt idx="0">
                  <c:v>53.02</c:v>
                </c:pt>
                <c:pt idx="1">
                  <c:v>35.32</c:v>
                </c:pt>
              </c:numCache>
            </c:numRef>
          </c:val>
          <c:extLst>
            <c:ext xmlns:c16="http://schemas.microsoft.com/office/drawing/2014/chart" uri="{C3380CC4-5D6E-409C-BE32-E72D297353CC}">
              <c16:uniqueId val="{00000000-C455-4ADC-B598-A09DEAB6A1B0}"/>
            </c:ext>
          </c:extLst>
        </c:ser>
        <c:dLbls>
          <c:showLegendKey val="0"/>
          <c:showVal val="0"/>
          <c:showCatName val="0"/>
          <c:showSerName val="0"/>
          <c:showPercent val="0"/>
          <c:showBubbleSize val="0"/>
        </c:dLbls>
        <c:gapWidth val="182"/>
        <c:axId val="78857679"/>
        <c:axId val="78859119"/>
      </c:barChart>
      <c:catAx>
        <c:axId val="7885767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859119"/>
        <c:crosses val="autoZero"/>
        <c:auto val="1"/>
        <c:lblAlgn val="ctr"/>
        <c:lblOffset val="100"/>
        <c:noMultiLvlLbl val="0"/>
      </c:catAx>
      <c:valAx>
        <c:axId val="78859119"/>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85767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white">
                    <a:lumMod val="65000"/>
                    <a:lumOff val="35000"/>
                  </a:prstClr>
                </a:solidFill>
              </a:rPr>
              <a:t>Most Common Delay Reasons </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'13'!$B$1</c:f>
              <c:strCache>
                <c:ptCount val="1"/>
                <c:pt idx="0">
                  <c:v>Count_Delay_Reason</c:v>
                </c:pt>
              </c:strCache>
            </c:strRef>
          </c:tx>
          <c:spPr>
            <a:solidFill>
              <a:schemeClr val="accent1"/>
            </a:solidFill>
            <a:ln>
              <a:noFill/>
            </a:ln>
            <a:effectLst/>
          </c:spPr>
          <c:invertIfNegative val="0"/>
          <c:cat>
            <c:strRef>
              <c:f>'13'!$A$2:$A$5</c:f>
              <c:strCache>
                <c:ptCount val="4"/>
                <c:pt idx="0">
                  <c:v>Traffic</c:v>
                </c:pt>
                <c:pt idx="1">
                  <c:v>Avg delay</c:v>
                </c:pt>
                <c:pt idx="2">
                  <c:v>Weather</c:v>
                </c:pt>
                <c:pt idx="3">
                  <c:v>Technical Issue</c:v>
                </c:pt>
              </c:strCache>
            </c:strRef>
          </c:cat>
          <c:val>
            <c:numRef>
              <c:f>'13'!$B$2:$B$5</c:f>
              <c:numCache>
                <c:formatCode>General</c:formatCode>
                <c:ptCount val="4"/>
                <c:pt idx="0">
                  <c:v>387</c:v>
                </c:pt>
                <c:pt idx="1">
                  <c:v>314</c:v>
                </c:pt>
                <c:pt idx="2">
                  <c:v>192</c:v>
                </c:pt>
                <c:pt idx="3">
                  <c:v>107</c:v>
                </c:pt>
              </c:numCache>
            </c:numRef>
          </c:val>
          <c:extLst>
            <c:ext xmlns:c16="http://schemas.microsoft.com/office/drawing/2014/chart" uri="{C3380CC4-5D6E-409C-BE32-E72D297353CC}">
              <c16:uniqueId val="{00000000-C5B1-42F9-A676-8827C09E3496}"/>
            </c:ext>
          </c:extLst>
        </c:ser>
        <c:ser>
          <c:idx val="1"/>
          <c:order val="1"/>
          <c:tx>
            <c:strRef>
              <c:f>'13'!$C$1</c:f>
              <c:strCache>
                <c:ptCount val="1"/>
                <c:pt idx="0">
                  <c:v>Rank</c:v>
                </c:pt>
              </c:strCache>
            </c:strRef>
          </c:tx>
          <c:spPr>
            <a:solidFill>
              <a:schemeClr val="accent2"/>
            </a:solidFill>
            <a:ln>
              <a:noFill/>
            </a:ln>
            <a:effectLst/>
          </c:spPr>
          <c:invertIfNegative val="0"/>
          <c:cat>
            <c:strRef>
              <c:f>'13'!$A$2:$A$5</c:f>
              <c:strCache>
                <c:ptCount val="4"/>
                <c:pt idx="0">
                  <c:v>Traffic</c:v>
                </c:pt>
                <c:pt idx="1">
                  <c:v>Avg delay</c:v>
                </c:pt>
                <c:pt idx="2">
                  <c:v>Weather</c:v>
                </c:pt>
                <c:pt idx="3">
                  <c:v>Technical Issue</c:v>
                </c:pt>
              </c:strCache>
            </c:strRef>
          </c:cat>
          <c:val>
            <c:numRef>
              <c:f>'13'!$C$2:$C$5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1-C5B1-42F9-A676-8827C09E3496}"/>
            </c:ext>
          </c:extLst>
        </c:ser>
        <c:dLbls>
          <c:showLegendKey val="0"/>
          <c:showVal val="0"/>
          <c:showCatName val="0"/>
          <c:showSerName val="0"/>
          <c:showPercent val="0"/>
          <c:showBubbleSize val="0"/>
        </c:dLbls>
        <c:gapWidth val="219"/>
        <c:overlap val="-27"/>
        <c:axId val="149428703"/>
        <c:axId val="149434943"/>
      </c:barChart>
      <c:catAx>
        <c:axId val="1494287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34943"/>
        <c:crosses val="autoZero"/>
        <c:auto val="1"/>
        <c:lblAlgn val="ctr"/>
        <c:lblOffset val="100"/>
        <c:noMultiLvlLbl val="0"/>
      </c:catAx>
      <c:valAx>
        <c:axId val="1494349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287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Delayed</a:t>
            </a:r>
            <a:r>
              <a:rPr lang="en-IN" baseline="0"/>
              <a:t> C</a:t>
            </a:r>
            <a:r>
              <a:rPr lang="en-IN"/>
              <a:t>heckpoints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'14'!$B$1</c:f>
              <c:strCache>
                <c:ptCount val="1"/>
                <c:pt idx="0">
                  <c:v>delayed_checkpoints</c:v>
                </c:pt>
              </c:strCache>
            </c:strRef>
          </c:tx>
          <c:spPr>
            <a:solidFill>
              <a:schemeClr val="accent1"/>
            </a:solidFill>
            <a:ln>
              <a:noFill/>
            </a:ln>
            <a:effectLst/>
          </c:spPr>
          <c:invertIfNegative val="0"/>
          <c:cat>
            <c:strRef>
              <c:f>'14'!$A$2:$A$191</c:f>
              <c:strCache>
                <c:ptCount val="190"/>
                <c:pt idx="0">
                  <c:v>FLP-ORD-0095</c:v>
                </c:pt>
                <c:pt idx="1">
                  <c:v>FLP-ORD-0074</c:v>
                </c:pt>
                <c:pt idx="2">
                  <c:v>FLP-ORD-0199</c:v>
                </c:pt>
                <c:pt idx="3">
                  <c:v>FLP-ORD-0190</c:v>
                </c:pt>
                <c:pt idx="4">
                  <c:v>FLP-ORD-0021</c:v>
                </c:pt>
                <c:pt idx="5">
                  <c:v>FLP-ORD-0246</c:v>
                </c:pt>
                <c:pt idx="6">
                  <c:v>FLP-ORD-0061</c:v>
                </c:pt>
                <c:pt idx="7">
                  <c:v>FLP-ORD-0134</c:v>
                </c:pt>
                <c:pt idx="8">
                  <c:v>FLP-ORD-0241</c:v>
                </c:pt>
                <c:pt idx="9">
                  <c:v>FLP-ORD-0114</c:v>
                </c:pt>
                <c:pt idx="10">
                  <c:v>FLP-ORD-0214</c:v>
                </c:pt>
                <c:pt idx="11">
                  <c:v>FLP-ORD-0126</c:v>
                </c:pt>
                <c:pt idx="12">
                  <c:v>FLP-ORD-0251</c:v>
                </c:pt>
                <c:pt idx="13">
                  <c:v>FLP-ORD-0269</c:v>
                </c:pt>
                <c:pt idx="14">
                  <c:v>FLP-ORD-0212</c:v>
                </c:pt>
                <c:pt idx="15">
                  <c:v>FLP-ORD-0234</c:v>
                </c:pt>
                <c:pt idx="16">
                  <c:v>FLP-ORD-0272</c:v>
                </c:pt>
                <c:pt idx="17">
                  <c:v>FLP-ORD-0221</c:v>
                </c:pt>
                <c:pt idx="18">
                  <c:v>FLP-ORD-0270</c:v>
                </c:pt>
                <c:pt idx="19">
                  <c:v>FLP-ORD-0005</c:v>
                </c:pt>
                <c:pt idx="20">
                  <c:v>FLP-ORD-0291</c:v>
                </c:pt>
                <c:pt idx="21">
                  <c:v>FLP-ORD-0200</c:v>
                </c:pt>
                <c:pt idx="22">
                  <c:v>FLP-ORD-0041</c:v>
                </c:pt>
                <c:pt idx="23">
                  <c:v>FLP-ORD-0175</c:v>
                </c:pt>
                <c:pt idx="24">
                  <c:v>FLP-ORD-0140</c:v>
                </c:pt>
                <c:pt idx="25">
                  <c:v>FLP-ORD-0222</c:v>
                </c:pt>
                <c:pt idx="26">
                  <c:v>FLP-ORD-0152</c:v>
                </c:pt>
                <c:pt idx="27">
                  <c:v>FLP-ORD-0079</c:v>
                </c:pt>
                <c:pt idx="28">
                  <c:v>FLP-ORD-0228</c:v>
                </c:pt>
                <c:pt idx="29">
                  <c:v>FLP-ORD-0286</c:v>
                </c:pt>
                <c:pt idx="30">
                  <c:v>FLP-ORD-0048</c:v>
                </c:pt>
                <c:pt idx="31">
                  <c:v>FLP-ORD-0125</c:v>
                </c:pt>
                <c:pt idx="32">
                  <c:v>FLP-ORD-0155</c:v>
                </c:pt>
                <c:pt idx="33">
                  <c:v>FLP-ORD-0154</c:v>
                </c:pt>
                <c:pt idx="34">
                  <c:v>FLP-ORD-0254</c:v>
                </c:pt>
                <c:pt idx="35">
                  <c:v>FLP-ORD-0203</c:v>
                </c:pt>
                <c:pt idx="36">
                  <c:v>FLP-ORD-0070</c:v>
                </c:pt>
                <c:pt idx="37">
                  <c:v>FLP-ORD-0204</c:v>
                </c:pt>
                <c:pt idx="38">
                  <c:v>FLP-ORD-0103</c:v>
                </c:pt>
                <c:pt idx="39">
                  <c:v>FLP-ORD-0237</c:v>
                </c:pt>
                <c:pt idx="40">
                  <c:v>FLP-ORD-0217</c:v>
                </c:pt>
                <c:pt idx="41">
                  <c:v>FLP-ORD-0275</c:v>
                </c:pt>
                <c:pt idx="42">
                  <c:v>FLP-ORD-0023</c:v>
                </c:pt>
                <c:pt idx="43">
                  <c:v>FLP-ORD-0257</c:v>
                </c:pt>
                <c:pt idx="44">
                  <c:v>FLP-ORD-0060</c:v>
                </c:pt>
                <c:pt idx="45">
                  <c:v>FLP-ORD-0267</c:v>
                </c:pt>
                <c:pt idx="46">
                  <c:v>FLP-ORD-0232</c:v>
                </c:pt>
                <c:pt idx="47">
                  <c:v>FLP-ORD-0012</c:v>
                </c:pt>
                <c:pt idx="48">
                  <c:v>FLP-ORD-0102</c:v>
                </c:pt>
                <c:pt idx="49">
                  <c:v>FLP-ORD-0106</c:v>
                </c:pt>
                <c:pt idx="50">
                  <c:v>FLP-ORD-0179</c:v>
                </c:pt>
                <c:pt idx="51">
                  <c:v>FLP-ORD-0153</c:v>
                </c:pt>
                <c:pt idx="52">
                  <c:v>FLP-ORD-0157</c:v>
                </c:pt>
                <c:pt idx="53">
                  <c:v>FLP-ORD-0089</c:v>
                </c:pt>
                <c:pt idx="54">
                  <c:v>FLP-ORD-0231</c:v>
                </c:pt>
                <c:pt idx="55">
                  <c:v>FLP-ORD-0113</c:v>
                </c:pt>
                <c:pt idx="56">
                  <c:v>FLP-ORD-0225</c:v>
                </c:pt>
                <c:pt idx="57">
                  <c:v>FLP-ORD-0220</c:v>
                </c:pt>
                <c:pt idx="58">
                  <c:v>FLP-ORD-0292</c:v>
                </c:pt>
                <c:pt idx="59">
                  <c:v>FLP-ORD-0150</c:v>
                </c:pt>
                <c:pt idx="60">
                  <c:v>FLP-ORD-0068</c:v>
                </c:pt>
                <c:pt idx="61">
                  <c:v>FLP-ORD-0202</c:v>
                </c:pt>
                <c:pt idx="62">
                  <c:v>FLP-ORD-0233</c:v>
                </c:pt>
                <c:pt idx="63">
                  <c:v>FLP-ORD-0296</c:v>
                </c:pt>
                <c:pt idx="64">
                  <c:v>FLP-ORD-0025</c:v>
                </c:pt>
                <c:pt idx="65">
                  <c:v>FLP-ORD-0081</c:v>
                </c:pt>
                <c:pt idx="66">
                  <c:v>FLP-ORD-0043</c:v>
                </c:pt>
                <c:pt idx="67">
                  <c:v>FLP-ORD-0120</c:v>
                </c:pt>
                <c:pt idx="68">
                  <c:v>FLP-ORD-0176</c:v>
                </c:pt>
                <c:pt idx="69">
                  <c:v>FLP-ORD-0046</c:v>
                </c:pt>
                <c:pt idx="70">
                  <c:v>FLP-ORD-0069</c:v>
                </c:pt>
                <c:pt idx="71">
                  <c:v>FLP-ORD-0226</c:v>
                </c:pt>
                <c:pt idx="72">
                  <c:v>FLP-ORD-0227</c:v>
                </c:pt>
                <c:pt idx="73">
                  <c:v>FLP-ORD-0128</c:v>
                </c:pt>
                <c:pt idx="74">
                  <c:v>FLP-ORD-0014</c:v>
                </c:pt>
                <c:pt idx="75">
                  <c:v>FLP-ORD-0037</c:v>
                </c:pt>
                <c:pt idx="76">
                  <c:v>FLP-ORD-0201</c:v>
                </c:pt>
                <c:pt idx="77">
                  <c:v>FLP-ORD-0123</c:v>
                </c:pt>
                <c:pt idx="78">
                  <c:v>FLP-ORD-0029</c:v>
                </c:pt>
                <c:pt idx="79">
                  <c:v>FLP-ORD-0084</c:v>
                </c:pt>
                <c:pt idx="80">
                  <c:v>FLP-ORD-0133</c:v>
                </c:pt>
                <c:pt idx="81">
                  <c:v>FLP-ORD-0092</c:v>
                </c:pt>
                <c:pt idx="82">
                  <c:v>FLP-ORD-0145</c:v>
                </c:pt>
                <c:pt idx="83">
                  <c:v>FLP-ORD-0253</c:v>
                </c:pt>
                <c:pt idx="84">
                  <c:v>FLP-ORD-0172</c:v>
                </c:pt>
                <c:pt idx="85">
                  <c:v>FLP-ORD-0191</c:v>
                </c:pt>
                <c:pt idx="86">
                  <c:v>FLP-ORD-0122</c:v>
                </c:pt>
                <c:pt idx="87">
                  <c:v>FLP-ORD-0209</c:v>
                </c:pt>
                <c:pt idx="88">
                  <c:v>FLP-ORD-0090</c:v>
                </c:pt>
                <c:pt idx="89">
                  <c:v>FLP-ORD-0026</c:v>
                </c:pt>
                <c:pt idx="90">
                  <c:v>FLP-ORD-0219</c:v>
                </c:pt>
                <c:pt idx="91">
                  <c:v>FLP-ORD-0018</c:v>
                </c:pt>
                <c:pt idx="92">
                  <c:v>FLP-ORD-0282</c:v>
                </c:pt>
                <c:pt idx="93">
                  <c:v>FLP-ORD-0184</c:v>
                </c:pt>
                <c:pt idx="94">
                  <c:v>FLP-ORD-0258</c:v>
                </c:pt>
                <c:pt idx="95">
                  <c:v>FLP-ORD-0289</c:v>
                </c:pt>
                <c:pt idx="96">
                  <c:v>FLP-ORD-0104</c:v>
                </c:pt>
                <c:pt idx="97">
                  <c:v>FLP-ORD-0166</c:v>
                </c:pt>
                <c:pt idx="98">
                  <c:v>FLP-ORD-0224</c:v>
                </c:pt>
                <c:pt idx="99">
                  <c:v>FLP-ORD-0132</c:v>
                </c:pt>
                <c:pt idx="100">
                  <c:v>FLP-ORD-0086</c:v>
                </c:pt>
                <c:pt idx="101">
                  <c:v>FLP-ORD-0193</c:v>
                </c:pt>
                <c:pt idx="102">
                  <c:v>FLP-ORD-0277</c:v>
                </c:pt>
                <c:pt idx="103">
                  <c:v>FLP-ORD-0243</c:v>
                </c:pt>
                <c:pt idx="104">
                  <c:v>FLP-ORD-0138</c:v>
                </c:pt>
                <c:pt idx="105">
                  <c:v>FLP-ORD-0177</c:v>
                </c:pt>
                <c:pt idx="106">
                  <c:v>FLP-ORD-0294</c:v>
                </c:pt>
                <c:pt idx="107">
                  <c:v>FLP-ORD-0076</c:v>
                </c:pt>
                <c:pt idx="108">
                  <c:v>FLP-ORD-0065</c:v>
                </c:pt>
                <c:pt idx="109">
                  <c:v>FLP-ORD-0045</c:v>
                </c:pt>
                <c:pt idx="110">
                  <c:v>FLP-ORD-0052</c:v>
                </c:pt>
                <c:pt idx="111">
                  <c:v>FLP-ORD-0020</c:v>
                </c:pt>
                <c:pt idx="112">
                  <c:v>FLP-ORD-0160</c:v>
                </c:pt>
                <c:pt idx="113">
                  <c:v>FLP-ORD-0192</c:v>
                </c:pt>
                <c:pt idx="114">
                  <c:v>FLP-ORD-0207</c:v>
                </c:pt>
                <c:pt idx="115">
                  <c:v>FLP-ORD-0011</c:v>
                </c:pt>
                <c:pt idx="116">
                  <c:v>FLP-ORD-0141</c:v>
                </c:pt>
                <c:pt idx="117">
                  <c:v>FLP-ORD-0033</c:v>
                </c:pt>
                <c:pt idx="118">
                  <c:v>FLP-ORD-0098</c:v>
                </c:pt>
                <c:pt idx="119">
                  <c:v>FLP-ORD-0093</c:v>
                </c:pt>
                <c:pt idx="120">
                  <c:v>FLP-ORD-0287</c:v>
                </c:pt>
                <c:pt idx="121">
                  <c:v>FLP-ORD-0158</c:v>
                </c:pt>
                <c:pt idx="122">
                  <c:v>FLP-ORD-0245</c:v>
                </c:pt>
                <c:pt idx="123">
                  <c:v>FLP-ORD-0259</c:v>
                </c:pt>
                <c:pt idx="124">
                  <c:v>FLP-ORD-0056</c:v>
                </c:pt>
                <c:pt idx="125">
                  <c:v>FLP-ORD-0281</c:v>
                </c:pt>
                <c:pt idx="126">
                  <c:v>FLP-ORD-0055</c:v>
                </c:pt>
                <c:pt idx="127">
                  <c:v>FLP-ORD-0247</c:v>
                </c:pt>
                <c:pt idx="128">
                  <c:v>FLP-ORD-0049</c:v>
                </c:pt>
                <c:pt idx="129">
                  <c:v>FLP-ORD-0094</c:v>
                </c:pt>
                <c:pt idx="130">
                  <c:v>FLP-ORD-0082</c:v>
                </c:pt>
                <c:pt idx="131">
                  <c:v>FLP-ORD-0067</c:v>
                </c:pt>
                <c:pt idx="132">
                  <c:v>FLP-ORD-0161</c:v>
                </c:pt>
                <c:pt idx="133">
                  <c:v>FLP-ORD-0229</c:v>
                </c:pt>
                <c:pt idx="134">
                  <c:v>FLP-ORD-0156</c:v>
                </c:pt>
                <c:pt idx="135">
                  <c:v>FLP-ORD-0187</c:v>
                </c:pt>
                <c:pt idx="136">
                  <c:v>FLP-ORD-0213</c:v>
                </c:pt>
                <c:pt idx="137">
                  <c:v>FLP-ORD-0263</c:v>
                </c:pt>
                <c:pt idx="138">
                  <c:v>FLP-ORD-0274</c:v>
                </c:pt>
                <c:pt idx="139">
                  <c:v>FLP-ORD-0075</c:v>
                </c:pt>
                <c:pt idx="140">
                  <c:v>FLP-ORD-0288</c:v>
                </c:pt>
                <c:pt idx="141">
                  <c:v>FLP-ORD-0148</c:v>
                </c:pt>
                <c:pt idx="142">
                  <c:v>FLP-ORD-0101</c:v>
                </c:pt>
                <c:pt idx="143">
                  <c:v>FLP-ORD-0083</c:v>
                </c:pt>
                <c:pt idx="144">
                  <c:v>FLP-ORD-0080</c:v>
                </c:pt>
                <c:pt idx="145">
                  <c:v>FLP-ORD-0163</c:v>
                </c:pt>
                <c:pt idx="146">
                  <c:v>FLP-ORD-0170</c:v>
                </c:pt>
                <c:pt idx="147">
                  <c:v>FLP-ORD-0050</c:v>
                </c:pt>
                <c:pt idx="148">
                  <c:v>FLP-ORD-0009</c:v>
                </c:pt>
                <c:pt idx="149">
                  <c:v>FLP-ORD-0073</c:v>
                </c:pt>
                <c:pt idx="150">
                  <c:v>FLP-ORD-0130</c:v>
                </c:pt>
                <c:pt idx="151">
                  <c:v>FLP-ORD-0121</c:v>
                </c:pt>
                <c:pt idx="152">
                  <c:v>FLP-ORD-0040</c:v>
                </c:pt>
                <c:pt idx="153">
                  <c:v>FLP-ORD-0297</c:v>
                </c:pt>
                <c:pt idx="154">
                  <c:v>FLP-ORD-0149</c:v>
                </c:pt>
                <c:pt idx="155">
                  <c:v>FLP-ORD-0185</c:v>
                </c:pt>
                <c:pt idx="156">
                  <c:v>FLP-ORD-0146</c:v>
                </c:pt>
                <c:pt idx="157">
                  <c:v>FLP-ORD-0088</c:v>
                </c:pt>
                <c:pt idx="158">
                  <c:v>FLP-ORD-0036</c:v>
                </c:pt>
                <c:pt idx="159">
                  <c:v>FLP-ORD-0004</c:v>
                </c:pt>
                <c:pt idx="160">
                  <c:v>FLP-ORD-0266</c:v>
                </c:pt>
                <c:pt idx="161">
                  <c:v>FLP-ORD-0087</c:v>
                </c:pt>
                <c:pt idx="162">
                  <c:v>FLP-ORD-0015</c:v>
                </c:pt>
                <c:pt idx="163">
                  <c:v>FLP-ORD-0118</c:v>
                </c:pt>
                <c:pt idx="164">
                  <c:v>FLP-ORD-0135</c:v>
                </c:pt>
                <c:pt idx="165">
                  <c:v>FLP-ORD-0278</c:v>
                </c:pt>
                <c:pt idx="166">
                  <c:v>FLP-ORD-0298</c:v>
                </c:pt>
                <c:pt idx="167">
                  <c:v>FLP-ORD-0144</c:v>
                </c:pt>
                <c:pt idx="168">
                  <c:v>FLP-ORD-0077</c:v>
                </c:pt>
                <c:pt idx="169">
                  <c:v>FLP-ORD-0265</c:v>
                </c:pt>
                <c:pt idx="170">
                  <c:v>FLP-ORD-0137</c:v>
                </c:pt>
                <c:pt idx="171">
                  <c:v>FLP-ORD-0186</c:v>
                </c:pt>
                <c:pt idx="172">
                  <c:v>FLP-ORD-0159</c:v>
                </c:pt>
                <c:pt idx="173">
                  <c:v>FLP-ORD-0273</c:v>
                </c:pt>
                <c:pt idx="174">
                  <c:v>FLP-ORD-0078</c:v>
                </c:pt>
                <c:pt idx="175">
                  <c:v>FLP-ORD-0174</c:v>
                </c:pt>
                <c:pt idx="176">
                  <c:v>FLP-ORD-0129</c:v>
                </c:pt>
                <c:pt idx="177">
                  <c:v>FLP-ORD-0268</c:v>
                </c:pt>
                <c:pt idx="178">
                  <c:v>FLP-ORD-0028</c:v>
                </c:pt>
                <c:pt idx="179">
                  <c:v>FLP-ORD-0058</c:v>
                </c:pt>
                <c:pt idx="180">
                  <c:v>FLP-ORD-0107</c:v>
                </c:pt>
                <c:pt idx="181">
                  <c:v>FLP-ORD-0293</c:v>
                </c:pt>
                <c:pt idx="182">
                  <c:v>FLP-ORD-0165</c:v>
                </c:pt>
                <c:pt idx="183">
                  <c:v>FLP-ORD-0240</c:v>
                </c:pt>
                <c:pt idx="184">
                  <c:v>FLP-ORD-0195</c:v>
                </c:pt>
                <c:pt idx="185">
                  <c:v>FLP-ORD-0072</c:v>
                </c:pt>
                <c:pt idx="186">
                  <c:v>FLP-ORD-0022</c:v>
                </c:pt>
                <c:pt idx="187">
                  <c:v>FLP-ORD-0299</c:v>
                </c:pt>
                <c:pt idx="188">
                  <c:v>FLP-ORD-0143</c:v>
                </c:pt>
                <c:pt idx="189">
                  <c:v>FLP-ORD-0250</c:v>
                </c:pt>
              </c:strCache>
            </c:strRef>
          </c:cat>
          <c:val>
            <c:numRef>
              <c:f>'14'!$B$2:$B$191</c:f>
              <c:numCache>
                <c:formatCode>General</c:formatCode>
                <c:ptCount val="190"/>
                <c:pt idx="0">
                  <c:v>4</c:v>
                </c:pt>
                <c:pt idx="1">
                  <c:v>6</c:v>
                </c:pt>
                <c:pt idx="2">
                  <c:v>3</c:v>
                </c:pt>
                <c:pt idx="3">
                  <c:v>5</c:v>
                </c:pt>
                <c:pt idx="4">
                  <c:v>3</c:v>
                </c:pt>
                <c:pt idx="5">
                  <c:v>5</c:v>
                </c:pt>
                <c:pt idx="6">
                  <c:v>7</c:v>
                </c:pt>
                <c:pt idx="7">
                  <c:v>5</c:v>
                </c:pt>
                <c:pt idx="8">
                  <c:v>5</c:v>
                </c:pt>
                <c:pt idx="9">
                  <c:v>8</c:v>
                </c:pt>
                <c:pt idx="10">
                  <c:v>4</c:v>
                </c:pt>
                <c:pt idx="11">
                  <c:v>3</c:v>
                </c:pt>
                <c:pt idx="12">
                  <c:v>9</c:v>
                </c:pt>
                <c:pt idx="13">
                  <c:v>3</c:v>
                </c:pt>
                <c:pt idx="14">
                  <c:v>5</c:v>
                </c:pt>
                <c:pt idx="15">
                  <c:v>4</c:v>
                </c:pt>
                <c:pt idx="16">
                  <c:v>5</c:v>
                </c:pt>
                <c:pt idx="17">
                  <c:v>5</c:v>
                </c:pt>
                <c:pt idx="18">
                  <c:v>6</c:v>
                </c:pt>
                <c:pt idx="19">
                  <c:v>5</c:v>
                </c:pt>
                <c:pt idx="20">
                  <c:v>5</c:v>
                </c:pt>
                <c:pt idx="21">
                  <c:v>3</c:v>
                </c:pt>
                <c:pt idx="22">
                  <c:v>6</c:v>
                </c:pt>
                <c:pt idx="23">
                  <c:v>3</c:v>
                </c:pt>
                <c:pt idx="24">
                  <c:v>3</c:v>
                </c:pt>
                <c:pt idx="25">
                  <c:v>3</c:v>
                </c:pt>
                <c:pt idx="26">
                  <c:v>3</c:v>
                </c:pt>
                <c:pt idx="27">
                  <c:v>4</c:v>
                </c:pt>
                <c:pt idx="28">
                  <c:v>3</c:v>
                </c:pt>
                <c:pt idx="29">
                  <c:v>4</c:v>
                </c:pt>
                <c:pt idx="30">
                  <c:v>4</c:v>
                </c:pt>
                <c:pt idx="31">
                  <c:v>4</c:v>
                </c:pt>
                <c:pt idx="32">
                  <c:v>6</c:v>
                </c:pt>
                <c:pt idx="33">
                  <c:v>3</c:v>
                </c:pt>
                <c:pt idx="34">
                  <c:v>3</c:v>
                </c:pt>
                <c:pt idx="35">
                  <c:v>7</c:v>
                </c:pt>
                <c:pt idx="36">
                  <c:v>6</c:v>
                </c:pt>
                <c:pt idx="37">
                  <c:v>5</c:v>
                </c:pt>
                <c:pt idx="38">
                  <c:v>4</c:v>
                </c:pt>
                <c:pt idx="39">
                  <c:v>3</c:v>
                </c:pt>
                <c:pt idx="40">
                  <c:v>6</c:v>
                </c:pt>
                <c:pt idx="41">
                  <c:v>4</c:v>
                </c:pt>
                <c:pt idx="42">
                  <c:v>4</c:v>
                </c:pt>
                <c:pt idx="43">
                  <c:v>4</c:v>
                </c:pt>
                <c:pt idx="44">
                  <c:v>3</c:v>
                </c:pt>
                <c:pt idx="45">
                  <c:v>6</c:v>
                </c:pt>
                <c:pt idx="46">
                  <c:v>3</c:v>
                </c:pt>
                <c:pt idx="47">
                  <c:v>4</c:v>
                </c:pt>
                <c:pt idx="48">
                  <c:v>7</c:v>
                </c:pt>
                <c:pt idx="49">
                  <c:v>3</c:v>
                </c:pt>
                <c:pt idx="50">
                  <c:v>4</c:v>
                </c:pt>
                <c:pt idx="51">
                  <c:v>6</c:v>
                </c:pt>
                <c:pt idx="52">
                  <c:v>3</c:v>
                </c:pt>
                <c:pt idx="53">
                  <c:v>3</c:v>
                </c:pt>
                <c:pt idx="54">
                  <c:v>5</c:v>
                </c:pt>
                <c:pt idx="55">
                  <c:v>3</c:v>
                </c:pt>
                <c:pt idx="56">
                  <c:v>6</c:v>
                </c:pt>
                <c:pt idx="57">
                  <c:v>3</c:v>
                </c:pt>
                <c:pt idx="58">
                  <c:v>6</c:v>
                </c:pt>
                <c:pt idx="59">
                  <c:v>5</c:v>
                </c:pt>
                <c:pt idx="60">
                  <c:v>5</c:v>
                </c:pt>
                <c:pt idx="61">
                  <c:v>9</c:v>
                </c:pt>
                <c:pt idx="62">
                  <c:v>3</c:v>
                </c:pt>
                <c:pt idx="63">
                  <c:v>6</c:v>
                </c:pt>
                <c:pt idx="64">
                  <c:v>3</c:v>
                </c:pt>
                <c:pt idx="65">
                  <c:v>3</c:v>
                </c:pt>
                <c:pt idx="66">
                  <c:v>3</c:v>
                </c:pt>
                <c:pt idx="67">
                  <c:v>4</c:v>
                </c:pt>
                <c:pt idx="68">
                  <c:v>5</c:v>
                </c:pt>
                <c:pt idx="69">
                  <c:v>3</c:v>
                </c:pt>
                <c:pt idx="70">
                  <c:v>7</c:v>
                </c:pt>
                <c:pt idx="71">
                  <c:v>4</c:v>
                </c:pt>
                <c:pt idx="72">
                  <c:v>7</c:v>
                </c:pt>
                <c:pt idx="73">
                  <c:v>7</c:v>
                </c:pt>
                <c:pt idx="74">
                  <c:v>3</c:v>
                </c:pt>
                <c:pt idx="75">
                  <c:v>4</c:v>
                </c:pt>
                <c:pt idx="76">
                  <c:v>3</c:v>
                </c:pt>
                <c:pt idx="77">
                  <c:v>3</c:v>
                </c:pt>
                <c:pt idx="78">
                  <c:v>8</c:v>
                </c:pt>
                <c:pt idx="79">
                  <c:v>4</c:v>
                </c:pt>
                <c:pt idx="80">
                  <c:v>7</c:v>
                </c:pt>
                <c:pt idx="81">
                  <c:v>3</c:v>
                </c:pt>
                <c:pt idx="82">
                  <c:v>4</c:v>
                </c:pt>
                <c:pt idx="83">
                  <c:v>4</c:v>
                </c:pt>
                <c:pt idx="84">
                  <c:v>4</c:v>
                </c:pt>
                <c:pt idx="85">
                  <c:v>5</c:v>
                </c:pt>
                <c:pt idx="86">
                  <c:v>3</c:v>
                </c:pt>
                <c:pt idx="87">
                  <c:v>4</c:v>
                </c:pt>
                <c:pt idx="88">
                  <c:v>3</c:v>
                </c:pt>
                <c:pt idx="89">
                  <c:v>6</c:v>
                </c:pt>
                <c:pt idx="90">
                  <c:v>6</c:v>
                </c:pt>
                <c:pt idx="91">
                  <c:v>5</c:v>
                </c:pt>
                <c:pt idx="92">
                  <c:v>5</c:v>
                </c:pt>
                <c:pt idx="93">
                  <c:v>7</c:v>
                </c:pt>
                <c:pt idx="94">
                  <c:v>3</c:v>
                </c:pt>
                <c:pt idx="95">
                  <c:v>3</c:v>
                </c:pt>
                <c:pt idx="96">
                  <c:v>6</c:v>
                </c:pt>
                <c:pt idx="97">
                  <c:v>4</c:v>
                </c:pt>
                <c:pt idx="98">
                  <c:v>4</c:v>
                </c:pt>
                <c:pt idx="99">
                  <c:v>4</c:v>
                </c:pt>
                <c:pt idx="100">
                  <c:v>4</c:v>
                </c:pt>
                <c:pt idx="101">
                  <c:v>4</c:v>
                </c:pt>
                <c:pt idx="102">
                  <c:v>3</c:v>
                </c:pt>
                <c:pt idx="103">
                  <c:v>5</c:v>
                </c:pt>
                <c:pt idx="104">
                  <c:v>3</c:v>
                </c:pt>
                <c:pt idx="105">
                  <c:v>6</c:v>
                </c:pt>
                <c:pt idx="106">
                  <c:v>5</c:v>
                </c:pt>
                <c:pt idx="107">
                  <c:v>3</c:v>
                </c:pt>
                <c:pt idx="108">
                  <c:v>3</c:v>
                </c:pt>
                <c:pt idx="109">
                  <c:v>5</c:v>
                </c:pt>
                <c:pt idx="110">
                  <c:v>5</c:v>
                </c:pt>
                <c:pt idx="111">
                  <c:v>5</c:v>
                </c:pt>
                <c:pt idx="112">
                  <c:v>3</c:v>
                </c:pt>
                <c:pt idx="113">
                  <c:v>4</c:v>
                </c:pt>
                <c:pt idx="114">
                  <c:v>4</c:v>
                </c:pt>
                <c:pt idx="115">
                  <c:v>3</c:v>
                </c:pt>
                <c:pt idx="116">
                  <c:v>6</c:v>
                </c:pt>
                <c:pt idx="117">
                  <c:v>6</c:v>
                </c:pt>
                <c:pt idx="118">
                  <c:v>3</c:v>
                </c:pt>
                <c:pt idx="119">
                  <c:v>5</c:v>
                </c:pt>
                <c:pt idx="120">
                  <c:v>6</c:v>
                </c:pt>
                <c:pt idx="121">
                  <c:v>4</c:v>
                </c:pt>
                <c:pt idx="122">
                  <c:v>3</c:v>
                </c:pt>
                <c:pt idx="123">
                  <c:v>5</c:v>
                </c:pt>
                <c:pt idx="124">
                  <c:v>3</c:v>
                </c:pt>
                <c:pt idx="125">
                  <c:v>4</c:v>
                </c:pt>
                <c:pt idx="126">
                  <c:v>8</c:v>
                </c:pt>
                <c:pt idx="127">
                  <c:v>3</c:v>
                </c:pt>
                <c:pt idx="128">
                  <c:v>6</c:v>
                </c:pt>
                <c:pt idx="129">
                  <c:v>3</c:v>
                </c:pt>
                <c:pt idx="130">
                  <c:v>4</c:v>
                </c:pt>
                <c:pt idx="131">
                  <c:v>6</c:v>
                </c:pt>
                <c:pt idx="132">
                  <c:v>4</c:v>
                </c:pt>
                <c:pt idx="133">
                  <c:v>7</c:v>
                </c:pt>
                <c:pt idx="134">
                  <c:v>4</c:v>
                </c:pt>
                <c:pt idx="135">
                  <c:v>4</c:v>
                </c:pt>
                <c:pt idx="136">
                  <c:v>5</c:v>
                </c:pt>
                <c:pt idx="137">
                  <c:v>3</c:v>
                </c:pt>
                <c:pt idx="138">
                  <c:v>4</c:v>
                </c:pt>
                <c:pt idx="139">
                  <c:v>7</c:v>
                </c:pt>
                <c:pt idx="140">
                  <c:v>6</c:v>
                </c:pt>
                <c:pt idx="141">
                  <c:v>6</c:v>
                </c:pt>
                <c:pt idx="142">
                  <c:v>3</c:v>
                </c:pt>
                <c:pt idx="143">
                  <c:v>3</c:v>
                </c:pt>
                <c:pt idx="144">
                  <c:v>4</c:v>
                </c:pt>
                <c:pt idx="145">
                  <c:v>4</c:v>
                </c:pt>
                <c:pt idx="146">
                  <c:v>4</c:v>
                </c:pt>
                <c:pt idx="147">
                  <c:v>3</c:v>
                </c:pt>
                <c:pt idx="148">
                  <c:v>8</c:v>
                </c:pt>
                <c:pt idx="149">
                  <c:v>4</c:v>
                </c:pt>
                <c:pt idx="150">
                  <c:v>3</c:v>
                </c:pt>
                <c:pt idx="151">
                  <c:v>4</c:v>
                </c:pt>
                <c:pt idx="152">
                  <c:v>7</c:v>
                </c:pt>
                <c:pt idx="153">
                  <c:v>3</c:v>
                </c:pt>
                <c:pt idx="154">
                  <c:v>4</c:v>
                </c:pt>
                <c:pt idx="155">
                  <c:v>3</c:v>
                </c:pt>
                <c:pt idx="156">
                  <c:v>7</c:v>
                </c:pt>
                <c:pt idx="157">
                  <c:v>6</c:v>
                </c:pt>
                <c:pt idx="158">
                  <c:v>3</c:v>
                </c:pt>
                <c:pt idx="159">
                  <c:v>4</c:v>
                </c:pt>
                <c:pt idx="160">
                  <c:v>4</c:v>
                </c:pt>
                <c:pt idx="161">
                  <c:v>5</c:v>
                </c:pt>
                <c:pt idx="162">
                  <c:v>3</c:v>
                </c:pt>
                <c:pt idx="163">
                  <c:v>3</c:v>
                </c:pt>
                <c:pt idx="164">
                  <c:v>4</c:v>
                </c:pt>
                <c:pt idx="165">
                  <c:v>4</c:v>
                </c:pt>
                <c:pt idx="166">
                  <c:v>5</c:v>
                </c:pt>
                <c:pt idx="167">
                  <c:v>3</c:v>
                </c:pt>
                <c:pt idx="168">
                  <c:v>3</c:v>
                </c:pt>
                <c:pt idx="169">
                  <c:v>5</c:v>
                </c:pt>
                <c:pt idx="170">
                  <c:v>3</c:v>
                </c:pt>
                <c:pt idx="171">
                  <c:v>3</c:v>
                </c:pt>
                <c:pt idx="172">
                  <c:v>6</c:v>
                </c:pt>
                <c:pt idx="173">
                  <c:v>3</c:v>
                </c:pt>
                <c:pt idx="174">
                  <c:v>4</c:v>
                </c:pt>
                <c:pt idx="175">
                  <c:v>6</c:v>
                </c:pt>
                <c:pt idx="176">
                  <c:v>3</c:v>
                </c:pt>
                <c:pt idx="177">
                  <c:v>4</c:v>
                </c:pt>
                <c:pt idx="178">
                  <c:v>4</c:v>
                </c:pt>
                <c:pt idx="179">
                  <c:v>3</c:v>
                </c:pt>
                <c:pt idx="180">
                  <c:v>3</c:v>
                </c:pt>
                <c:pt idx="181">
                  <c:v>4</c:v>
                </c:pt>
                <c:pt idx="182">
                  <c:v>3</c:v>
                </c:pt>
                <c:pt idx="183">
                  <c:v>3</c:v>
                </c:pt>
                <c:pt idx="184">
                  <c:v>3</c:v>
                </c:pt>
                <c:pt idx="185">
                  <c:v>3</c:v>
                </c:pt>
                <c:pt idx="186">
                  <c:v>3</c:v>
                </c:pt>
                <c:pt idx="187">
                  <c:v>3</c:v>
                </c:pt>
                <c:pt idx="188">
                  <c:v>3</c:v>
                </c:pt>
                <c:pt idx="189">
                  <c:v>3</c:v>
                </c:pt>
              </c:numCache>
            </c:numRef>
          </c:val>
          <c:extLst>
            <c:ext xmlns:c16="http://schemas.microsoft.com/office/drawing/2014/chart" uri="{C3380CC4-5D6E-409C-BE32-E72D297353CC}">
              <c16:uniqueId val="{00000000-98BD-4519-9D85-D2FC12159164}"/>
            </c:ext>
          </c:extLst>
        </c:ser>
        <c:dLbls>
          <c:showLegendKey val="0"/>
          <c:showVal val="0"/>
          <c:showCatName val="0"/>
          <c:showSerName val="0"/>
          <c:showPercent val="0"/>
          <c:showBubbleSize val="0"/>
        </c:dLbls>
        <c:gapWidth val="219"/>
        <c:overlap val="-27"/>
        <c:axId val="149433503"/>
        <c:axId val="149423903"/>
      </c:barChart>
      <c:catAx>
        <c:axId val="1494335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23903"/>
        <c:crosses val="autoZero"/>
        <c:auto val="1"/>
        <c:lblAlgn val="ctr"/>
        <c:lblOffset val="100"/>
        <c:noMultiLvlLbl val="0"/>
      </c:catAx>
      <c:valAx>
        <c:axId val="1494239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3350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100" b="0" i="0" u="none" strike="noStrike" kern="1200" spc="0" baseline="0" dirty="0">
                <a:solidFill>
                  <a:prstClr val="white">
                    <a:lumMod val="65000"/>
                    <a:lumOff val="35000"/>
                  </a:prstClr>
                </a:solidFill>
              </a:rPr>
              <a:t>Average Delivery Delay per Region </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'15'!$A$2:$B$2</c:f>
              <c:strCache>
                <c:ptCount val="2"/>
                <c:pt idx="0">
                  <c:v>Lucknow</c:v>
                </c:pt>
                <c:pt idx="1">
                  <c:v>Bengaluru</c:v>
                </c:pt>
              </c:strCache>
            </c:strRef>
          </c:tx>
          <c:spPr>
            <a:solidFill>
              <a:schemeClr val="accent1"/>
            </a:solidFill>
            <a:ln>
              <a:noFill/>
            </a:ln>
            <a:effectLst/>
          </c:spPr>
          <c:invertIfNegative val="0"/>
          <c:cat>
            <c:strRef>
              <c:f>'15'!$C$1</c:f>
              <c:strCache>
                <c:ptCount val="1"/>
                <c:pt idx="0">
                  <c:v>Avrage_Delivery_Delay</c:v>
                </c:pt>
              </c:strCache>
            </c:strRef>
          </c:cat>
          <c:val>
            <c:numRef>
              <c:f>'15'!$C$2</c:f>
              <c:numCache>
                <c:formatCode>General</c:formatCode>
                <c:ptCount val="1"/>
                <c:pt idx="0">
                  <c:v>698</c:v>
                </c:pt>
              </c:numCache>
            </c:numRef>
          </c:val>
          <c:extLst>
            <c:ext xmlns:c16="http://schemas.microsoft.com/office/drawing/2014/chart" uri="{C3380CC4-5D6E-409C-BE32-E72D297353CC}">
              <c16:uniqueId val="{00000000-0443-4747-AB8C-EADDAE845571}"/>
            </c:ext>
          </c:extLst>
        </c:ser>
        <c:ser>
          <c:idx val="1"/>
          <c:order val="1"/>
          <c:tx>
            <c:strRef>
              <c:f>'15'!$A$3:$B$3</c:f>
              <c:strCache>
                <c:ptCount val="2"/>
                <c:pt idx="0">
                  <c:v>Ahmedabad</c:v>
                </c:pt>
                <c:pt idx="1">
                  <c:v>Mumbai</c:v>
                </c:pt>
              </c:strCache>
            </c:strRef>
          </c:tx>
          <c:spPr>
            <a:solidFill>
              <a:schemeClr val="accent2"/>
            </a:solidFill>
            <a:ln>
              <a:noFill/>
            </a:ln>
            <a:effectLst/>
          </c:spPr>
          <c:invertIfNegative val="0"/>
          <c:cat>
            <c:strRef>
              <c:f>'15'!$C$1</c:f>
              <c:strCache>
                <c:ptCount val="1"/>
                <c:pt idx="0">
                  <c:v>Avrage_Delivery_Delay</c:v>
                </c:pt>
              </c:strCache>
            </c:strRef>
          </c:cat>
          <c:val>
            <c:numRef>
              <c:f>'15'!$C$3</c:f>
              <c:numCache>
                <c:formatCode>General</c:formatCode>
                <c:ptCount val="1"/>
                <c:pt idx="0">
                  <c:v>613</c:v>
                </c:pt>
              </c:numCache>
            </c:numRef>
          </c:val>
          <c:extLst>
            <c:ext xmlns:c16="http://schemas.microsoft.com/office/drawing/2014/chart" uri="{C3380CC4-5D6E-409C-BE32-E72D297353CC}">
              <c16:uniqueId val="{00000001-0443-4747-AB8C-EADDAE845571}"/>
            </c:ext>
          </c:extLst>
        </c:ser>
        <c:ser>
          <c:idx val="2"/>
          <c:order val="2"/>
          <c:tx>
            <c:strRef>
              <c:f>'15'!$A$4:$B$4</c:f>
              <c:strCache>
                <c:ptCount val="2"/>
                <c:pt idx="0">
                  <c:v>Hyderabad</c:v>
                </c:pt>
                <c:pt idx="1">
                  <c:v>Mumbai</c:v>
                </c:pt>
              </c:strCache>
            </c:strRef>
          </c:tx>
          <c:spPr>
            <a:solidFill>
              <a:schemeClr val="accent3"/>
            </a:solidFill>
            <a:ln>
              <a:noFill/>
            </a:ln>
            <a:effectLst/>
          </c:spPr>
          <c:invertIfNegative val="0"/>
          <c:cat>
            <c:strRef>
              <c:f>'15'!$C$1</c:f>
              <c:strCache>
                <c:ptCount val="1"/>
                <c:pt idx="0">
                  <c:v>Avrage_Delivery_Delay</c:v>
                </c:pt>
              </c:strCache>
            </c:strRef>
          </c:cat>
          <c:val>
            <c:numRef>
              <c:f>'15'!$C$4</c:f>
              <c:numCache>
                <c:formatCode>General</c:formatCode>
                <c:ptCount val="1"/>
                <c:pt idx="0">
                  <c:v>565</c:v>
                </c:pt>
              </c:numCache>
            </c:numRef>
          </c:val>
          <c:extLst>
            <c:ext xmlns:c16="http://schemas.microsoft.com/office/drawing/2014/chart" uri="{C3380CC4-5D6E-409C-BE32-E72D297353CC}">
              <c16:uniqueId val="{00000002-0443-4747-AB8C-EADDAE845571}"/>
            </c:ext>
          </c:extLst>
        </c:ser>
        <c:ser>
          <c:idx val="3"/>
          <c:order val="3"/>
          <c:tx>
            <c:strRef>
              <c:f>'15'!$A$5:$B$5</c:f>
              <c:strCache>
                <c:ptCount val="2"/>
                <c:pt idx="0">
                  <c:v>Hyderabad</c:v>
                </c:pt>
                <c:pt idx="1">
                  <c:v>Lucknow</c:v>
                </c:pt>
              </c:strCache>
            </c:strRef>
          </c:tx>
          <c:spPr>
            <a:solidFill>
              <a:schemeClr val="accent4"/>
            </a:solidFill>
            <a:ln>
              <a:noFill/>
            </a:ln>
            <a:effectLst/>
          </c:spPr>
          <c:invertIfNegative val="0"/>
          <c:cat>
            <c:strRef>
              <c:f>'15'!$C$1</c:f>
              <c:strCache>
                <c:ptCount val="1"/>
                <c:pt idx="0">
                  <c:v>Avrage_Delivery_Delay</c:v>
                </c:pt>
              </c:strCache>
            </c:strRef>
          </c:cat>
          <c:val>
            <c:numRef>
              <c:f>'15'!$C$5</c:f>
              <c:numCache>
                <c:formatCode>General</c:formatCode>
                <c:ptCount val="1"/>
                <c:pt idx="0">
                  <c:v>603.5</c:v>
                </c:pt>
              </c:numCache>
            </c:numRef>
          </c:val>
          <c:extLst>
            <c:ext xmlns:c16="http://schemas.microsoft.com/office/drawing/2014/chart" uri="{C3380CC4-5D6E-409C-BE32-E72D297353CC}">
              <c16:uniqueId val="{00000003-0443-4747-AB8C-EADDAE845571}"/>
            </c:ext>
          </c:extLst>
        </c:ser>
        <c:ser>
          <c:idx val="4"/>
          <c:order val="4"/>
          <c:tx>
            <c:strRef>
              <c:f>'15'!$A$6:$B$6</c:f>
              <c:strCache>
                <c:ptCount val="2"/>
                <c:pt idx="0">
                  <c:v>Pune</c:v>
                </c:pt>
                <c:pt idx="1">
                  <c:v>Pune</c:v>
                </c:pt>
              </c:strCache>
            </c:strRef>
          </c:tx>
          <c:spPr>
            <a:solidFill>
              <a:schemeClr val="accent5"/>
            </a:solidFill>
            <a:ln>
              <a:noFill/>
            </a:ln>
            <a:effectLst/>
          </c:spPr>
          <c:invertIfNegative val="0"/>
          <c:cat>
            <c:strRef>
              <c:f>'15'!$C$1</c:f>
              <c:strCache>
                <c:ptCount val="1"/>
                <c:pt idx="0">
                  <c:v>Avrage_Delivery_Delay</c:v>
                </c:pt>
              </c:strCache>
            </c:strRef>
          </c:cat>
          <c:val>
            <c:numRef>
              <c:f>'15'!$C$6</c:f>
              <c:numCache>
                <c:formatCode>General</c:formatCode>
                <c:ptCount val="1"/>
                <c:pt idx="0">
                  <c:v>651.5</c:v>
                </c:pt>
              </c:numCache>
            </c:numRef>
          </c:val>
          <c:extLst>
            <c:ext xmlns:c16="http://schemas.microsoft.com/office/drawing/2014/chart" uri="{C3380CC4-5D6E-409C-BE32-E72D297353CC}">
              <c16:uniqueId val="{00000004-0443-4747-AB8C-EADDAE845571}"/>
            </c:ext>
          </c:extLst>
        </c:ser>
        <c:ser>
          <c:idx val="5"/>
          <c:order val="5"/>
          <c:tx>
            <c:strRef>
              <c:f>'15'!$A$7:$B$7</c:f>
              <c:strCache>
                <c:ptCount val="2"/>
                <c:pt idx="0">
                  <c:v>Bengaluru</c:v>
                </c:pt>
                <c:pt idx="1">
                  <c:v>Bengaluru</c:v>
                </c:pt>
              </c:strCache>
            </c:strRef>
          </c:tx>
          <c:spPr>
            <a:solidFill>
              <a:schemeClr val="accent6"/>
            </a:solidFill>
            <a:ln>
              <a:noFill/>
            </a:ln>
            <a:effectLst/>
          </c:spPr>
          <c:invertIfNegative val="0"/>
          <c:cat>
            <c:strRef>
              <c:f>'15'!$C$1</c:f>
              <c:strCache>
                <c:ptCount val="1"/>
                <c:pt idx="0">
                  <c:v>Avrage_Delivery_Delay</c:v>
                </c:pt>
              </c:strCache>
            </c:strRef>
          </c:cat>
          <c:val>
            <c:numRef>
              <c:f>'15'!$C$7</c:f>
              <c:numCache>
                <c:formatCode>General</c:formatCode>
                <c:ptCount val="1"/>
                <c:pt idx="0">
                  <c:v>736</c:v>
                </c:pt>
              </c:numCache>
            </c:numRef>
          </c:val>
          <c:extLst>
            <c:ext xmlns:c16="http://schemas.microsoft.com/office/drawing/2014/chart" uri="{C3380CC4-5D6E-409C-BE32-E72D297353CC}">
              <c16:uniqueId val="{00000005-0443-4747-AB8C-EADDAE845571}"/>
            </c:ext>
          </c:extLst>
        </c:ser>
        <c:ser>
          <c:idx val="6"/>
          <c:order val="6"/>
          <c:tx>
            <c:strRef>
              <c:f>'15'!$A$8:$B$8</c:f>
              <c:strCache>
                <c:ptCount val="2"/>
                <c:pt idx="0">
                  <c:v>Mumbai</c:v>
                </c:pt>
                <c:pt idx="1">
                  <c:v>Lucknow</c:v>
                </c:pt>
              </c:strCache>
            </c:strRef>
          </c:tx>
          <c:spPr>
            <a:solidFill>
              <a:schemeClr val="accent1">
                <a:lumMod val="60000"/>
              </a:schemeClr>
            </a:solidFill>
            <a:ln>
              <a:noFill/>
            </a:ln>
            <a:effectLst/>
          </c:spPr>
          <c:invertIfNegative val="0"/>
          <c:cat>
            <c:strRef>
              <c:f>'15'!$C$1</c:f>
              <c:strCache>
                <c:ptCount val="1"/>
                <c:pt idx="0">
                  <c:v>Avrage_Delivery_Delay</c:v>
                </c:pt>
              </c:strCache>
            </c:strRef>
          </c:cat>
          <c:val>
            <c:numRef>
              <c:f>'15'!$C$8</c:f>
              <c:numCache>
                <c:formatCode>General</c:formatCode>
                <c:ptCount val="1"/>
                <c:pt idx="0">
                  <c:v>653</c:v>
                </c:pt>
              </c:numCache>
            </c:numRef>
          </c:val>
          <c:extLst>
            <c:ext xmlns:c16="http://schemas.microsoft.com/office/drawing/2014/chart" uri="{C3380CC4-5D6E-409C-BE32-E72D297353CC}">
              <c16:uniqueId val="{00000006-0443-4747-AB8C-EADDAE845571}"/>
            </c:ext>
          </c:extLst>
        </c:ser>
        <c:ser>
          <c:idx val="7"/>
          <c:order val="7"/>
          <c:tx>
            <c:strRef>
              <c:f>'15'!$A$9:$B$9</c:f>
              <c:strCache>
                <c:ptCount val="2"/>
                <c:pt idx="0">
                  <c:v>Hyderabad</c:v>
                </c:pt>
                <c:pt idx="1">
                  <c:v>Jaipur</c:v>
                </c:pt>
              </c:strCache>
            </c:strRef>
          </c:tx>
          <c:spPr>
            <a:solidFill>
              <a:schemeClr val="accent2">
                <a:lumMod val="60000"/>
              </a:schemeClr>
            </a:solidFill>
            <a:ln>
              <a:noFill/>
            </a:ln>
            <a:effectLst/>
          </c:spPr>
          <c:invertIfNegative val="0"/>
          <c:cat>
            <c:strRef>
              <c:f>'15'!$C$1</c:f>
              <c:strCache>
                <c:ptCount val="1"/>
                <c:pt idx="0">
                  <c:v>Avrage_Delivery_Delay</c:v>
                </c:pt>
              </c:strCache>
            </c:strRef>
          </c:cat>
          <c:val>
            <c:numRef>
              <c:f>'15'!$C$9</c:f>
              <c:numCache>
                <c:formatCode>General</c:formatCode>
                <c:ptCount val="1"/>
                <c:pt idx="0">
                  <c:v>975</c:v>
                </c:pt>
              </c:numCache>
            </c:numRef>
          </c:val>
          <c:extLst>
            <c:ext xmlns:c16="http://schemas.microsoft.com/office/drawing/2014/chart" uri="{C3380CC4-5D6E-409C-BE32-E72D297353CC}">
              <c16:uniqueId val="{00000007-0443-4747-AB8C-EADDAE845571}"/>
            </c:ext>
          </c:extLst>
        </c:ser>
        <c:ser>
          <c:idx val="8"/>
          <c:order val="8"/>
          <c:tx>
            <c:strRef>
              <c:f>'15'!$A$10:$B$10</c:f>
              <c:strCache>
                <c:ptCount val="2"/>
                <c:pt idx="0">
                  <c:v>Mumbai</c:v>
                </c:pt>
                <c:pt idx="1">
                  <c:v>Mumbai</c:v>
                </c:pt>
              </c:strCache>
            </c:strRef>
          </c:tx>
          <c:spPr>
            <a:solidFill>
              <a:schemeClr val="accent3">
                <a:lumMod val="60000"/>
              </a:schemeClr>
            </a:solidFill>
            <a:ln>
              <a:noFill/>
            </a:ln>
            <a:effectLst/>
          </c:spPr>
          <c:invertIfNegative val="0"/>
          <c:cat>
            <c:strRef>
              <c:f>'15'!$C$1</c:f>
              <c:strCache>
                <c:ptCount val="1"/>
                <c:pt idx="0">
                  <c:v>Avrage_Delivery_Delay</c:v>
                </c:pt>
              </c:strCache>
            </c:strRef>
          </c:cat>
          <c:val>
            <c:numRef>
              <c:f>'15'!$C$10</c:f>
              <c:numCache>
                <c:formatCode>General</c:formatCode>
                <c:ptCount val="1"/>
                <c:pt idx="0">
                  <c:v>827</c:v>
                </c:pt>
              </c:numCache>
            </c:numRef>
          </c:val>
          <c:extLst>
            <c:ext xmlns:c16="http://schemas.microsoft.com/office/drawing/2014/chart" uri="{C3380CC4-5D6E-409C-BE32-E72D297353CC}">
              <c16:uniqueId val="{00000008-0443-4747-AB8C-EADDAE845571}"/>
            </c:ext>
          </c:extLst>
        </c:ser>
        <c:dLbls>
          <c:showLegendKey val="0"/>
          <c:showVal val="0"/>
          <c:showCatName val="0"/>
          <c:showSerName val="0"/>
          <c:showPercent val="0"/>
          <c:showBubbleSize val="0"/>
        </c:dLbls>
        <c:gapWidth val="219"/>
        <c:overlap val="-27"/>
        <c:axId val="149407583"/>
        <c:axId val="149408543"/>
      </c:barChart>
      <c:catAx>
        <c:axId val="1494075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08543"/>
        <c:crosses val="autoZero"/>
        <c:auto val="1"/>
        <c:lblAlgn val="ctr"/>
        <c:lblOffset val="100"/>
        <c:noMultiLvlLbl val="0"/>
      </c:catAx>
      <c:valAx>
        <c:axId val="149408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075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'16'!$B$1</c:f>
              <c:strCache>
                <c:ptCount val="1"/>
                <c:pt idx="0">
                  <c:v>Average_Traffic_Delay</c:v>
                </c:pt>
              </c:strCache>
            </c:strRef>
          </c:tx>
          <c:spPr>
            <a:solidFill>
              <a:schemeClr val="accent1"/>
            </a:solidFill>
            <a:ln>
              <a:noFill/>
            </a:ln>
            <a:effectLst/>
          </c:spPr>
          <c:invertIfNegative val="0"/>
          <c:cat>
            <c:strRef>
              <c:f>'16'!$A$2:$A$21</c:f>
              <c:strCache>
                <c:ptCount val="20"/>
                <c:pt idx="0">
                  <c:v>RT_01</c:v>
                </c:pt>
                <c:pt idx="1">
                  <c:v>RT_02</c:v>
                </c:pt>
                <c:pt idx="2">
                  <c:v>RT_03</c:v>
                </c:pt>
                <c:pt idx="3">
                  <c:v>RT_04</c:v>
                </c:pt>
                <c:pt idx="4">
                  <c:v>RT_05</c:v>
                </c:pt>
                <c:pt idx="5">
                  <c:v>RT_06</c:v>
                </c:pt>
                <c:pt idx="6">
                  <c:v>RT_07</c:v>
                </c:pt>
                <c:pt idx="7">
                  <c:v>RT_08</c:v>
                </c:pt>
                <c:pt idx="8">
                  <c:v>RT_09</c:v>
                </c:pt>
                <c:pt idx="9">
                  <c:v>RT_10</c:v>
                </c:pt>
                <c:pt idx="10">
                  <c:v>RT_11</c:v>
                </c:pt>
                <c:pt idx="11">
                  <c:v>RT_12</c:v>
                </c:pt>
                <c:pt idx="12">
                  <c:v>RT_13</c:v>
                </c:pt>
                <c:pt idx="13">
                  <c:v>RT_14</c:v>
                </c:pt>
                <c:pt idx="14">
                  <c:v>RT_15</c:v>
                </c:pt>
                <c:pt idx="15">
                  <c:v>RT_16</c:v>
                </c:pt>
                <c:pt idx="16">
                  <c:v>RT_17</c:v>
                </c:pt>
                <c:pt idx="17">
                  <c:v>RT_18</c:v>
                </c:pt>
                <c:pt idx="18">
                  <c:v>RT_19</c:v>
                </c:pt>
                <c:pt idx="19">
                  <c:v>RT_20</c:v>
                </c:pt>
              </c:strCache>
            </c:strRef>
          </c:cat>
          <c:val>
            <c:numRef>
              <c:f>'16'!$B$2:$B$21</c:f>
              <c:numCache>
                <c:formatCode>General</c:formatCode>
                <c:ptCount val="20"/>
                <c:pt idx="0">
                  <c:v>67</c:v>
                </c:pt>
                <c:pt idx="1">
                  <c:v>30</c:v>
                </c:pt>
                <c:pt idx="2">
                  <c:v>29</c:v>
                </c:pt>
                <c:pt idx="3">
                  <c:v>23</c:v>
                </c:pt>
                <c:pt idx="4">
                  <c:v>55</c:v>
                </c:pt>
                <c:pt idx="5">
                  <c:v>15</c:v>
                </c:pt>
                <c:pt idx="6">
                  <c:v>58</c:v>
                </c:pt>
                <c:pt idx="7">
                  <c:v>90</c:v>
                </c:pt>
                <c:pt idx="8">
                  <c:v>83</c:v>
                </c:pt>
                <c:pt idx="9">
                  <c:v>15</c:v>
                </c:pt>
                <c:pt idx="10">
                  <c:v>20</c:v>
                </c:pt>
                <c:pt idx="11">
                  <c:v>58</c:v>
                </c:pt>
                <c:pt idx="12">
                  <c:v>56</c:v>
                </c:pt>
                <c:pt idx="13">
                  <c:v>36</c:v>
                </c:pt>
                <c:pt idx="14">
                  <c:v>87</c:v>
                </c:pt>
                <c:pt idx="15">
                  <c:v>30</c:v>
                </c:pt>
                <c:pt idx="16">
                  <c:v>81</c:v>
                </c:pt>
                <c:pt idx="17">
                  <c:v>17</c:v>
                </c:pt>
                <c:pt idx="18">
                  <c:v>50</c:v>
                </c:pt>
                <c:pt idx="19">
                  <c:v>37</c:v>
                </c:pt>
              </c:numCache>
            </c:numRef>
          </c:val>
          <c:extLst>
            <c:ext xmlns:c16="http://schemas.microsoft.com/office/drawing/2014/chart" uri="{C3380CC4-5D6E-409C-BE32-E72D297353CC}">
              <c16:uniqueId val="{00000000-96C8-46A4-B347-BEDD84BC0A76}"/>
            </c:ext>
          </c:extLst>
        </c:ser>
        <c:dLbls>
          <c:showLegendKey val="0"/>
          <c:showVal val="0"/>
          <c:showCatName val="0"/>
          <c:showSerName val="0"/>
          <c:showPercent val="0"/>
          <c:showBubbleSize val="0"/>
        </c:dLbls>
        <c:gapWidth val="219"/>
        <c:overlap val="-27"/>
        <c:axId val="149403263"/>
        <c:axId val="149395583"/>
      </c:barChart>
      <c:catAx>
        <c:axId val="149403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395583"/>
        <c:crosses val="autoZero"/>
        <c:auto val="1"/>
        <c:lblAlgn val="ctr"/>
        <c:lblOffset val="100"/>
        <c:noMultiLvlLbl val="0"/>
      </c:catAx>
      <c:valAx>
        <c:axId val="1493955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940326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'12'!$A$2:$B$1001</cx:f>
        <cx:lvl ptCount="1000">
          <cx:pt idx="0">FLP-ORD-0095</cx:pt>
          <cx:pt idx="1">FLP-ORD-0074</cx:pt>
          <cx:pt idx="2">FLP-ORD-0199</cx:pt>
          <cx:pt idx="3">FLP-ORD-0190</cx:pt>
          <cx:pt idx="4">FLP-ORD-0021</cx:pt>
          <cx:pt idx="5">FLP-ORD-0246</cx:pt>
          <cx:pt idx="6">FLP-ORD-0061</cx:pt>
          <cx:pt idx="7">FLP-ORD-0283</cx:pt>
          <cx:pt idx="8">FLP-ORD-0134</cx:pt>
          <cx:pt idx="9">FLP-ORD-0241</cx:pt>
          <cx:pt idx="10">FLP-ORD-0114</cx:pt>
          <cx:pt idx="11">FLP-ORD-0214</cx:pt>
          <cx:pt idx="12">FLP-ORD-0126</cx:pt>
          <cx:pt idx="13">FLP-ORD-0251</cx:pt>
          <cx:pt idx="14">FLP-ORD-0280</cx:pt>
          <cx:pt idx="15">FLP-ORD-0269</cx:pt>
          <cx:pt idx="16">FLP-ORD-0212</cx:pt>
          <cx:pt idx="17">FLP-ORD-0234</cx:pt>
          <cx:pt idx="18">FLP-ORD-0248</cx:pt>
          <cx:pt idx="19">FLP-ORD-0272</cx:pt>
          <cx:pt idx="20">FLP-ORD-0221</cx:pt>
          <cx:pt idx="21">FLP-ORD-0270</cx:pt>
          <cx:pt idx="22">FLP-ORD-0236</cx:pt>
          <cx:pt idx="23">FLP-ORD-0042</cx:pt>
          <cx:pt idx="24">FLP-ORD-0005</cx:pt>
          <cx:pt idx="25">FLP-ORD-0290</cx:pt>
          <cx:pt idx="26">FLP-ORD-0291</cx:pt>
          <cx:pt idx="27">FLP-ORD-0279</cx:pt>
          <cx:pt idx="28">FLP-ORD-0074</cx:pt>
          <cx:pt idx="29">FLP-ORD-0200</cx:pt>
          <cx:pt idx="30">FLP-ORD-0041</cx:pt>
          <cx:pt idx="31">FLP-ORD-0175</cx:pt>
          <cx:pt idx="32">FLP-ORD-0140</cx:pt>
          <cx:pt idx="33">FLP-ORD-0222</cx:pt>
          <cx:pt idx="34">FLP-ORD-0152</cx:pt>
          <cx:pt idx="35">FLP-ORD-0079</cx:pt>
          <cx:pt idx="36">FLP-ORD-0228</cx:pt>
          <cx:pt idx="37">FLP-ORD-0286</cx:pt>
          <cx:pt idx="38">FLP-ORD-0048</cx:pt>
          <cx:pt idx="39">FLP-ORD-0212</cx:pt>
          <cx:pt idx="40">FLP-ORD-0125</cx:pt>
          <cx:pt idx="41">FLP-ORD-0155</cx:pt>
          <cx:pt idx="42">FLP-ORD-0154</cx:pt>
          <cx:pt idx="43">FLP-ORD-0254</cx:pt>
          <cx:pt idx="44">FLP-ORD-0203</cx:pt>
          <cx:pt idx="45">FLP-ORD-0070</cx:pt>
          <cx:pt idx="46">FLP-ORD-0204</cx:pt>
          <cx:pt idx="47">FLP-ORD-0125</cx:pt>
          <cx:pt idx="48">FLP-ORD-0103</cx:pt>
          <cx:pt idx="49">FLP-ORD-0237</cx:pt>
          <cx:pt idx="50">FLP-ORD-0210</cx:pt>
          <cx:pt idx="51">FLP-ORD-0217</cx:pt>
          <cx:pt idx="52">FLP-ORD-0260</cx:pt>
          <cx:pt idx="53">FLP-ORD-0275</cx:pt>
          <cx:pt idx="54">FLP-ORD-0023</cx:pt>
          <cx:pt idx="55">FLP-ORD-0051</cx:pt>
          <cx:pt idx="56">FLP-ORD-0295</cx:pt>
          <cx:pt idx="57">FLP-ORD-0257</cx:pt>
          <cx:pt idx="58">FLP-ORD-0060</cx:pt>
          <cx:pt idx="59">FLP-ORD-0267</cx:pt>
          <cx:pt idx="60">FLP-ORD-0232</cx:pt>
          <cx:pt idx="61">FLP-ORD-0012</cx:pt>
          <cx:pt idx="62">FLP-ORD-0125</cx:pt>
          <cx:pt idx="63">FLP-ORD-0119</cx:pt>
          <cx:pt idx="64">FLP-ORD-0102</cx:pt>
          <cx:pt idx="65">FLP-ORD-0106</cx:pt>
          <cx:pt idx="66">FLP-ORD-0096</cx:pt>
          <cx:pt idx="67">FLP-ORD-0251</cx:pt>
          <cx:pt idx="68">FLP-ORD-0179</cx:pt>
          <cx:pt idx="69">FLP-ORD-0153</cx:pt>
          <cx:pt idx="70">FLP-ORD-0157</cx:pt>
          <cx:pt idx="71">FLP-ORD-0071</cx:pt>
          <cx:pt idx="72">FLP-ORD-0089</cx:pt>
          <cx:pt idx="73">FLP-ORD-0231</cx:pt>
          <cx:pt idx="74">FLP-ORD-0197</cx:pt>
          <cx:pt idx="75">FLP-ORD-0228</cx:pt>
          <cx:pt idx="76">FLP-ORD-0113</cx:pt>
          <cx:pt idx="77">FLP-ORD-0235</cx:pt>
          <cx:pt idx="78">FLP-ORD-0279</cx:pt>
          <cx:pt idx="79">FLP-ORD-0280</cx:pt>
          <cx:pt idx="80">FLP-ORD-0153</cx:pt>
          <cx:pt idx="81">FLP-ORD-0225</cx:pt>
          <cx:pt idx="82">FLP-ORD-0220</cx:pt>
          <cx:pt idx="83">FLP-ORD-0292</cx:pt>
          <cx:pt idx="84">FLP-ORD-0150</cx:pt>
          <cx:pt idx="85">FLP-ORD-0070</cx:pt>
          <cx:pt idx="86">FLP-ORD-0068</cx:pt>
          <cx:pt idx="87">FLP-ORD-0202</cx:pt>
          <cx:pt idx="88">FLP-ORD-0232</cx:pt>
          <cx:pt idx="89">FLP-ORD-0233</cx:pt>
          <cx:pt idx="90">FLP-ORD-0048</cx:pt>
          <cx:pt idx="91">FLP-ORD-0220</cx:pt>
          <cx:pt idx="92">FLP-ORD-0296</cx:pt>
          <cx:pt idx="93">FLP-ORD-0025</cx:pt>
          <cx:pt idx="94">FLP-ORD-0081</cx:pt>
          <cx:pt idx="95">FLP-ORD-0068</cx:pt>
          <cx:pt idx="96">FLP-ORD-0043</cx:pt>
          <cx:pt idx="97">FLP-ORD-0120</cx:pt>
          <cx:pt idx="98">FLP-ORD-0068</cx:pt>
          <cx:pt idx="99">FLP-ORD-0176</cx:pt>
          <cx:pt idx="100">FLP-ORD-0046</cx:pt>
          <cx:pt idx="101">FLP-ORD-0069</cx:pt>
          <cx:pt idx="102">FLP-ORD-0226</cx:pt>
          <cx:pt idx="103">FLP-ORD-0227</cx:pt>
          <cx:pt idx="104">FLP-ORD-0197</cx:pt>
          <cx:pt idx="105">FLP-ORD-0128</cx:pt>
          <cx:pt idx="106">FLP-ORD-0014</cx:pt>
          <cx:pt idx="107">FLP-ORD-0152</cx:pt>
          <cx:pt idx="108">FLP-ORD-0037</cx:pt>
          <cx:pt idx="109">FLP-ORD-0292</cx:pt>
          <cx:pt idx="110">FLP-ORD-0038</cx:pt>
          <cx:pt idx="111">FLP-ORD-0204</cx:pt>
          <cx:pt idx="112">FLP-ORD-0217</cx:pt>
          <cx:pt idx="113">FLP-ORD-0043</cx:pt>
          <cx:pt idx="114">FLP-ORD-0201</cx:pt>
          <cx:pt idx="115">FLP-ORD-0123</cx:pt>
          <cx:pt idx="116">FLP-ORD-0029</cx:pt>
          <cx:pt idx="117">FLP-ORD-0084</cx:pt>
          <cx:pt idx="118">FLP-ORD-0133</cx:pt>
          <cx:pt idx="119">FLP-ORD-0061</cx:pt>
          <cx:pt idx="120">FLP-ORD-0296</cx:pt>
          <cx:pt idx="121">FLP-ORD-0291</cx:pt>
          <cx:pt idx="122">FLP-ORD-0060</cx:pt>
          <cx:pt idx="123">FLP-ORD-0126</cx:pt>
          <cx:pt idx="124">FLP-ORD-0019</cx:pt>
          <cx:pt idx="125">FLP-ORD-0164</cx:pt>
          <cx:pt idx="126">FLP-ORD-0092</cx:pt>
          <cx:pt idx="127">FLP-ORD-0145</cx:pt>
          <cx:pt idx="128">FLP-ORD-0150</cx:pt>
          <cx:pt idx="129">FLP-ORD-0253</cx:pt>
          <cx:pt idx="130">FLP-ORD-0013</cx:pt>
          <cx:pt idx="131">FLP-ORD-0172</cx:pt>
          <cx:pt idx="132">FLP-ORD-0272</cx:pt>
          <cx:pt idx="133">FLP-ORD-0048</cx:pt>
          <cx:pt idx="134">FLP-ORD-0191</cx:pt>
          <cx:pt idx="135">FLP-ORD-0202</cx:pt>
          <cx:pt idx="136">FLP-ORD-0122</cx:pt>
          <cx:pt idx="137">FLP-ORD-0168</cx:pt>
          <cx:pt idx="138">FLP-ORD-0070</cx:pt>
          <cx:pt idx="139">FLP-ORD-0209</cx:pt>
          <cx:pt idx="140">FLP-ORD-0062</cx:pt>
          <cx:pt idx="141">FLP-ORD-0021</cx:pt>
          <cx:pt idx="142">FLP-ORD-0203</cx:pt>
          <cx:pt idx="143">FLP-ORD-0090</cx:pt>
          <cx:pt idx="144">FLP-ORD-0128</cx:pt>
          <cx:pt idx="145">FLP-ORD-0114</cx:pt>
          <cx:pt idx="146">FLP-ORD-0044</cx:pt>
          <cx:pt idx="147">FLP-ORD-0102</cx:pt>
          <cx:pt idx="148">FLP-ORD-0026</cx:pt>
          <cx:pt idx="149">FLP-ORD-0219</cx:pt>
          <cx:pt idx="150">FLP-ORD-0018</cx:pt>
          <cx:pt idx="151">FLP-ORD-0282</cx:pt>
          <cx:pt idx="152">FLP-ORD-0270</cx:pt>
          <cx:pt idx="153">FLP-ORD-0184</cx:pt>
          <cx:pt idx="154">FLP-ORD-0258</cx:pt>
          <cx:pt idx="155">FLP-ORD-0016</cx:pt>
          <cx:pt idx="156">FLP-ORD-0120</cx:pt>
          <cx:pt idx="157">FLP-ORD-0029</cx:pt>
          <cx:pt idx="158">FLP-ORD-0089</cx:pt>
          <cx:pt idx="159">FLP-ORD-0184</cx:pt>
          <cx:pt idx="160">FLP-ORD-0289</cx:pt>
          <cx:pt idx="161">FLP-ORD-0253</cx:pt>
          <cx:pt idx="162">FLP-ORD-0113</cx:pt>
          <cx:pt idx="163">FLP-ORD-0104</cx:pt>
          <cx:pt idx="164">FLP-ORD-0166</cx:pt>
          <cx:pt idx="165">FLP-ORD-0057</cx:pt>
          <cx:pt idx="166">FLP-ORD-0203</cx:pt>
          <cx:pt idx="167">FLP-ORD-0224</cx:pt>
          <cx:pt idx="168">FLP-ORD-0183</cx:pt>
          <cx:pt idx="169">FLP-ORD-0151</cx:pt>
          <cx:pt idx="170">FLP-ORD-0201</cx:pt>
          <cx:pt idx="171">FLP-ORD-0114</cx:pt>
          <cx:pt idx="172">FLP-ORD-0122</cx:pt>
          <cx:pt idx="173">FLP-ORD-0172</cx:pt>
          <cx:pt idx="174">FLP-ORD-0132</cx:pt>
          <cx:pt idx="175">FLP-ORD-0086</cx:pt>
          <cx:pt idx="176">FLP-ORD-0246</cx:pt>
          <cx:pt idx="177">FLP-ORD-0018</cx:pt>
          <cx:pt idx="178">FLP-ORD-0193</cx:pt>
          <cx:pt idx="179">FLP-ORD-0248</cx:pt>
          <cx:pt idx="180">FLP-ORD-0081</cx:pt>
          <cx:pt idx="181">FLP-ORD-0277</cx:pt>
          <cx:pt idx="182">FLP-ORD-0282</cx:pt>
          <cx:pt idx="183">FLP-ORD-0246</cx:pt>
          <cx:pt idx="184">FLP-ORD-0243</cx:pt>
          <cx:pt idx="185">FLP-ORD-0136</cx:pt>
          <cx:pt idx="186">FLP-ORD-0190</cx:pt>
          <cx:pt idx="187">FLP-ORD-0138</cx:pt>
          <cx:pt idx="188">FLP-ORD-0177</cx:pt>
          <cx:pt idx="189">FLP-ORD-0199</cx:pt>
          <cx:pt idx="190">FLP-ORD-0294</cx:pt>
          <cx:pt idx="191">FLP-ORD-0018</cx:pt>
          <cx:pt idx="192">FLP-ORD-0076</cx:pt>
          <cx:pt idx="193">FLP-ORD-0065</cx:pt>
          <cx:pt idx="194">FLP-ORD-0076</cx:pt>
          <cx:pt idx="195">FLP-ORD-0045</cx:pt>
          <cx:pt idx="196">FLP-ORD-0267</cx:pt>
          <cx:pt idx="197">FLP-ORD-0215</cx:pt>
          <cx:pt idx="198">FLP-ORD-0052</cx:pt>
          <cx:pt idx="199">FLP-ORD-0177</cx:pt>
          <cx:pt idx="200">FLP-ORD-0020</cx:pt>
          <cx:pt idx="201">FLP-ORD-0206</cx:pt>
          <cx:pt idx="202">FLP-ORD-0244</cx:pt>
          <cx:pt idx="203">FLP-ORD-0160</cx:pt>
          <cx:pt idx="204">FLP-ORD-0069</cx:pt>
          <cx:pt idx="205">FLP-ORD-0046</cx:pt>
          <cx:pt idx="206">FLP-ORD-0192</cx:pt>
          <cx:pt idx="207">FLP-ORD-0207</cx:pt>
          <cx:pt idx="208">FLP-ORD-0103</cx:pt>
          <cx:pt idx="209">FLP-ORD-0102</cx:pt>
          <cx:pt idx="210">FLP-ORD-0016</cx:pt>
          <cx:pt idx="211">FLP-ORD-0283</cx:pt>
          <cx:pt idx="212">FLP-ORD-0047</cx:pt>
          <cx:pt idx="213">FLP-ORD-0110</cx:pt>
          <cx:pt idx="214">FLP-ORD-0011</cx:pt>
          <cx:pt idx="215">FLP-ORD-0005</cx:pt>
          <cx:pt idx="216">FLP-ORD-0141</cx:pt>
          <cx:pt idx="217">FLP-ORD-0155</cx:pt>
          <cx:pt idx="218">FLP-ORD-0192</cx:pt>
          <cx:pt idx="219">FLP-ORD-0033</cx:pt>
          <cx:pt idx="220">FLP-ORD-0153</cx:pt>
          <cx:pt idx="221">FLP-ORD-0207</cx:pt>
          <cx:pt idx="222">FLP-ORD-0133</cx:pt>
          <cx:pt idx="223">FLP-ORD-0098</cx:pt>
          <cx:pt idx="224">FLP-ORD-0184</cx:pt>
          <cx:pt idx="225">FLP-ORD-0093</cx:pt>
          <cx:pt idx="226">FLP-ORD-0287</cx:pt>
          <cx:pt idx="227">FLP-ORD-0158</cx:pt>
          <cx:pt idx="228">FLP-ORD-0061</cx:pt>
          <cx:pt idx="229">FLP-ORD-0037</cx:pt>
          <cx:pt idx="230">FLP-ORD-0153</cx:pt>
          <cx:pt idx="231">FLP-ORD-0176</cx:pt>
          <cx:pt idx="232">FLP-ORD-0093</cx:pt>
          <cx:pt idx="233">FLP-ORD-0003</cx:pt>
          <cx:pt idx="234">FLP-ORD-0251</cx:pt>
          <cx:pt idx="235">FLP-ORD-0245</cx:pt>
          <cx:pt idx="236">FLP-ORD-0008</cx:pt>
          <cx:pt idx="237">FLP-ORD-0128</cx:pt>
          <cx:pt idx="238">FLP-ORD-0157</cx:pt>
          <cx:pt idx="239">FLP-ORD-0234</cx:pt>
          <cx:pt idx="240">FLP-ORD-0069</cx:pt>
          <cx:pt idx="241">FLP-ORD-0207</cx:pt>
          <cx:pt idx="242">FLP-ORD-0259</cx:pt>
          <cx:pt idx="243">FLP-ORD-0193</cx:pt>
          <cx:pt idx="244">FLP-ORD-0056</cx:pt>
          <cx:pt idx="245">FLP-ORD-0281</cx:pt>
          <cx:pt idx="246">FLP-ORD-0005</cx:pt>
          <cx:pt idx="247">FLP-ORD-0071</cx:pt>
          <cx:pt idx="248">FLP-ORD-0055</cx:pt>
          <cx:pt idx="249">FLP-ORD-0104</cx:pt>
          <cx:pt idx="250">FLP-ORD-0247</cx:pt>
          <cx:pt idx="251">FLP-ORD-0294</cx:pt>
          <cx:pt idx="252">FLP-ORD-0052</cx:pt>
          <cx:pt idx="253">FLP-ORD-0090</cx:pt>
          <cx:pt idx="254">FLP-ORD-0049</cx:pt>
          <cx:pt idx="255">FLP-ORD-0184</cx:pt>
          <cx:pt idx="256">FLP-ORD-0094</cx:pt>
          <cx:pt idx="257">FLP-ORD-0245</cx:pt>
          <cx:pt idx="258">FLP-ORD-0082</cx:pt>
          <cx:pt idx="259">FLP-ORD-0225</cx:pt>
          <cx:pt idx="260">FLP-ORD-0067</cx:pt>
          <cx:pt idx="261">FLP-ORD-0161</cx:pt>
          <cx:pt idx="262">FLP-ORD-0115</cx:pt>
          <cx:pt idx="263">FLP-ORD-0128</cx:pt>
          <cx:pt idx="264">FLP-ORD-0286</cx:pt>
          <cx:pt idx="265">FLP-ORD-0241</cx:pt>
          <cx:pt idx="266">FLP-ORD-0026</cx:pt>
          <cx:pt idx="267">FLP-ORD-0041</cx:pt>
          <cx:pt idx="268">FLP-ORD-0229</cx:pt>
          <cx:pt idx="269">FLP-ORD-0212</cx:pt>
          <cx:pt idx="270">FLP-ORD-0156</cx:pt>
          <cx:pt idx="271">FLP-ORD-0187</cx:pt>
          <cx:pt idx="272">FLP-ORD-0243</cx:pt>
          <cx:pt idx="273">FLP-ORD-0175</cx:pt>
          <cx:pt idx="274">FLP-ORD-0024</cx:pt>
          <cx:pt idx="275">FLP-ORD-0055</cx:pt>
          <cx:pt idx="276">FLP-ORD-0202</cx:pt>
          <cx:pt idx="277">FLP-ORD-0213</cx:pt>
          <cx:pt idx="278">FLP-ORD-0069</cx:pt>
          <cx:pt idx="279">FLP-ORD-0300</cx:pt>
          <cx:pt idx="280">FLP-ORD-0066</cx:pt>
          <cx:pt idx="281">FLP-ORD-0259</cx:pt>
          <cx:pt idx="282">FLP-ORD-0176</cx:pt>
          <cx:pt idx="283">FLP-ORD-0263</cx:pt>
          <cx:pt idx="284">FLP-ORD-0284</cx:pt>
          <cx:pt idx="285">FLP-ORD-0068</cx:pt>
          <cx:pt idx="286">FLP-ORD-0181</cx:pt>
          <cx:pt idx="287">FLP-ORD-0274</cx:pt>
          <cx:pt idx="288">FLP-ORD-0075</cx:pt>
          <cx:pt idx="289">FLP-ORD-0147</cx:pt>
          <cx:pt idx="290">FLP-ORD-0105</cx:pt>
          <cx:pt idx="291">FLP-ORD-0288</cx:pt>
          <cx:pt idx="292">FLP-ORD-0148</cx:pt>
          <cx:pt idx="293">FLP-ORD-0161</cx:pt>
          <cx:pt idx="294">FLP-ORD-0227</cx:pt>
          <cx:pt idx="295">FLP-ORD-0101</cx:pt>
          <cx:pt idx="296">FLP-ORD-0264</cx:pt>
          <cx:pt idx="297">FLP-ORD-0083</cx:pt>
          <cx:pt idx="298">FLP-ORD-0080</cx:pt>
          <cx:pt idx="299">FLP-ORD-0155</cx:pt>
          <cx:pt idx="300">FLP-ORD-0163</cx:pt>
          <cx:pt idx="301">FLP-ORD-0082</cx:pt>
          <cx:pt idx="302">FLP-ORD-0170</cx:pt>
          <cx:pt idx="303">FLP-ORD-0288</cx:pt>
          <cx:pt idx="304">FLP-ORD-0125</cx:pt>
          <cx:pt idx="305">FLP-ORD-0145</cx:pt>
          <cx:pt idx="306">FLP-ORD-0229</cx:pt>
          <cx:pt idx="307">FLP-ORD-0050</cx:pt>
          <cx:pt idx="308">FLP-ORD-0110</cx:pt>
          <cx:pt idx="309">FLP-ORD-0223</cx:pt>
          <cx:pt idx="310">FLP-ORD-0038</cx:pt>
          <cx:pt idx="311">FLP-ORD-0117</cx:pt>
          <cx:pt idx="312">FLP-ORD-0009</cx:pt>
          <cx:pt idx="313">FLP-ORD-0033</cx:pt>
          <cx:pt idx="314">FLP-ORD-0055</cx:pt>
          <cx:pt idx="315">FLP-ORD-0225</cx:pt>
          <cx:pt idx="316">FLP-ORD-0113</cx:pt>
          <cx:pt idx="317">FLP-ORD-0074</cx:pt>
          <cx:pt idx="318">FLP-ORD-0073</cx:pt>
          <cx:pt idx="319">FLP-ORD-0044</cx:pt>
          <cx:pt idx="320">FLP-ORD-0109</cx:pt>
          <cx:pt idx="321">FLP-ORD-0130</cx:pt>
          <cx:pt idx="322">FLP-ORD-0282</cx:pt>
          <cx:pt idx="323">FLP-ORD-0102</cx:pt>
          <cx:pt idx="324">FLP-ORD-0121</cx:pt>
          <cx:pt idx="325">FLP-ORD-0231</cx:pt>
          <cx:pt idx="326">FLP-ORD-0291</cx:pt>
          <cx:pt idx="327">FLP-ORD-0114</cx:pt>
          <cx:pt idx="328">FLP-ORD-0246</cx:pt>
          <cx:pt idx="329">FLP-ORD-0042</cx:pt>
          <cx:pt idx="330">FLP-ORD-0040</cx:pt>
          <cx:pt idx="331">FLP-ORD-0297</cx:pt>
          <cx:pt idx="332">FLP-ORD-0242</cx:pt>
          <cx:pt idx="333">FLP-ORD-0149</cx:pt>
          <cx:pt idx="334">FLP-ORD-0006</cx:pt>
          <cx:pt idx="335">FLP-ORD-0082</cx:pt>
          <cx:pt idx="336">FLP-ORD-0075</cx:pt>
          <cx:pt idx="337">FLP-ORD-0136</cx:pt>
          <cx:pt idx="338">FLP-ORD-0185</cx:pt>
          <cx:pt idx="339">FLP-ORD-0166</cx:pt>
          <cx:pt idx="340">FLP-ORD-0297</cx:pt>
          <cx:pt idx="341">FLP-ORD-0040</cx:pt>
          <cx:pt idx="342">FLP-ORD-0177</cx:pt>
          <cx:pt idx="343">FLP-ORD-0226</cx:pt>
          <cx:pt idx="344">FLP-ORD-0096</cx:pt>
          <cx:pt idx="345">FLP-ORD-0213</cx:pt>
          <cx:pt idx="346">FLP-ORD-0083</cx:pt>
          <cx:pt idx="347">FLP-ORD-0069</cx:pt>
          <cx:pt idx="348">FLP-ORD-0093</cx:pt>
          <cx:pt idx="349">FLP-ORD-0146</cx:pt>
          <cx:pt idx="350">FLP-ORD-0088</cx:pt>
          <cx:pt idx="351">FLP-ORD-0094</cx:pt>
          <cx:pt idx="352">FLP-ORD-0036</cx:pt>
          <cx:pt idx="353">FLP-ORD-0259</cx:pt>
          <cx:pt idx="354">FLP-ORD-0020</cx:pt>
          <cx:pt idx="355">FLP-ORD-0277</cx:pt>
          <cx:pt idx="356">FLP-ORD-0272</cx:pt>
          <cx:pt idx="357">FLP-ORD-0180</cx:pt>
          <cx:pt idx="358">FLP-ORD-0120</cx:pt>
          <cx:pt idx="359">FLP-ORD-0004</cx:pt>
          <cx:pt idx="360">FLP-ORD-0162</cx:pt>
          <cx:pt idx="361">FLP-ORD-0134</cx:pt>
          <cx:pt idx="362">FLP-ORD-0204</cx:pt>
          <cx:pt idx="363">FLP-ORD-0285</cx:pt>
          <cx:pt idx="364">FLP-ORD-0204</cx:pt>
          <cx:pt idx="365">FLP-ORD-0083</cx:pt>
          <cx:pt idx="366">FLP-ORD-0027</cx:pt>
          <cx:pt idx="367">FLP-ORD-0242</cx:pt>
          <cx:pt idx="368">FLP-ORD-0020</cx:pt>
          <cx:pt idx="369">FLP-ORD-0030</cx:pt>
          <cx:pt idx="370">FLP-ORD-0266</cx:pt>
          <cx:pt idx="371">FLP-ORD-0087</cx:pt>
          <cx:pt idx="372">FLP-ORD-0045</cx:pt>
          <cx:pt idx="373">FLP-ORD-0266</cx:pt>
          <cx:pt idx="374">FLP-ORD-0287</cx:pt>
          <cx:pt idx="375">FLP-ORD-0233</cx:pt>
          <cx:pt idx="376">FLP-ORD-0287</cx:pt>
          <cx:pt idx="377">FLP-ORD-0132</cx:pt>
          <cx:pt idx="378">FLP-ORD-0289</cx:pt>
          <cx:pt idx="379">FLP-ORD-0015</cx:pt>
          <cx:pt idx="380">FLP-ORD-0118</cx:pt>
          <cx:pt idx="381">FLP-ORD-0135</cx:pt>
          <cx:pt idx="382">FLP-ORD-0176</cx:pt>
          <cx:pt idx="383">FLP-ORD-0294</cx:pt>
          <cx:pt idx="384">FLP-ORD-0098</cx:pt>
          <cx:pt idx="385">FLP-ORD-0106</cx:pt>
          <cx:pt idx="386">FLP-ORD-0055</cx:pt>
          <cx:pt idx="387">FLP-ORD-0278</cx:pt>
          <cx:pt idx="388">FLP-ORD-0141</cx:pt>
          <cx:pt idx="389">FLP-ORD-0296</cx:pt>
          <cx:pt idx="390">FLP-ORD-0017</cx:pt>
          <cx:pt idx="391">FLP-ORD-0266</cx:pt>
          <cx:pt idx="392">FLP-ORD-0298</cx:pt>
          <cx:pt idx="393">FLP-ORD-0135</cx:pt>
          <cx:pt idx="394">FLP-ORD-0218</cx:pt>
          <cx:pt idx="395">FLP-ORD-0144</cx:pt>
          <cx:pt idx="396">FLP-ORD-0052</cx:pt>
          <cx:pt idx="397">FLP-ORD-0077</cx:pt>
          <cx:pt idx="398">FLP-ORD-0265</cx:pt>
          <cx:pt idx="399">FLP-ORD-0291</cx:pt>
          <cx:pt idx="400">FLP-ORD-0131</cx:pt>
          <cx:pt idx="401">FLP-ORD-0287</cx:pt>
          <cx:pt idx="402">FLP-ORD-0102</cx:pt>
          <cx:pt idx="403">FLP-ORD-0146</cx:pt>
          <cx:pt idx="404">FLP-ORD-0229</cx:pt>
          <cx:pt idx="405">FLP-ORD-0086</cx:pt>
          <cx:pt idx="406">FLP-ORD-0041</cx:pt>
          <cx:pt idx="407">FLP-ORD-0137</cx:pt>
          <cx:pt idx="408">FLP-ORD-0186</cx:pt>
          <cx:pt idx="409">FLP-ORD-0065</cx:pt>
          <cx:pt idx="410">FLP-ORD-0108</cx:pt>
          <cx:pt idx="411">FLP-ORD-0243</cx:pt>
          <cx:pt idx="412">FLP-ORD-0043</cx:pt>
          <cx:pt idx="413">FLP-ORD-0159</cx:pt>
          <cx:pt idx="414">FLP-ORD-0270</cx:pt>
          <cx:pt idx="415">FLP-ORD-0167</cx:pt>
          <cx:pt idx="416">FLP-ORD-0070</cx:pt>
          <cx:pt idx="417">FLP-ORD-0289</cx:pt>
          <cx:pt idx="418">FLP-ORD-0247</cx:pt>
          <cx:pt idx="419">FLP-ORD-0134</cx:pt>
          <cx:pt idx="420">FLP-ORD-0070</cx:pt>
          <cx:pt idx="421">FLP-ORD-0245</cx:pt>
          <cx:pt idx="422">FLP-ORD-0004</cx:pt>
          <cx:pt idx="423">FLP-ORD-0128</cx:pt>
          <cx:pt idx="424">FLP-ORD-0123</cx:pt>
          <cx:pt idx="425">FLP-ORD-0273</cx:pt>
          <cx:pt idx="426">FLP-ORD-0234</cx:pt>
          <cx:pt idx="427">FLP-ORD-0010</cx:pt>
          <cx:pt idx="428">FLP-ORD-0145</cx:pt>
          <cx:pt idx="429">FLP-ORD-0078</cx:pt>
          <cx:pt idx="430">FLP-ORD-0256</cx:pt>
          <cx:pt idx="431">FLP-ORD-0075</cx:pt>
          <cx:pt idx="432">FLP-ORD-0099</cx:pt>
          <cx:pt idx="433">FLP-ORD-0128</cx:pt>
          <cx:pt idx="434">FLP-ORD-0049</cx:pt>
          <cx:pt idx="435">FLP-ORD-0166</cx:pt>
          <cx:pt idx="436">FLP-ORD-0153</cx:pt>
          <cx:pt idx="437">FLP-ORD-0121</cx:pt>
          <cx:pt idx="438">FLP-ORD-0203</cx:pt>
          <cx:pt idx="439">FLP-ORD-0080</cx:pt>
          <cx:pt idx="440">FLP-ORD-0174</cx:pt>
          <cx:pt idx="441">FLP-ORD-0055</cx:pt>
          <cx:pt idx="442">FLP-ORD-0178</cx:pt>
          <cx:pt idx="443">FLP-ORD-0129</cx:pt>
          <cx:pt idx="444">FLP-ORD-0251</cx:pt>
          <cx:pt idx="445">FLP-ORD-0141</cx:pt>
          <cx:pt idx="446">FLP-ORD-0135</cx:pt>
          <cx:pt idx="447">FLP-ORD-0095</cx:pt>
          <cx:pt idx="448">FLP-ORD-0033</cx:pt>
          <cx:pt idx="449">FLP-ORD-0079</cx:pt>
          <cx:pt idx="450">FLP-ORD-0268</cx:pt>
          <cx:pt idx="451">FLP-ORD-0104</cx:pt>
          <cx:pt idx="452">FLP-ORD-0199</cx:pt>
          <cx:pt idx="453">FLP-ORD-0114</cx:pt>
          <cx:pt idx="454">FLP-ORD-0041</cx:pt>
          <cx:pt idx="455">FLP-ORD-0213</cx:pt>
          <cx:pt idx="456">FLP-ORD-0037</cx:pt>
          <cx:pt idx="457">FLP-ORD-0119</cx:pt>
          <cx:pt idx="458">FLP-ORD-0092</cx:pt>
          <cx:pt idx="459">FLP-ORD-0296</cx:pt>
          <cx:pt idx="460">FLP-ORD-0086</cx:pt>
          <cx:pt idx="461">FLP-ORD-0227</cx:pt>
          <cx:pt idx="462">FLP-ORD-0221</cx:pt>
          <cx:pt idx="463">FLP-ORD-0282</cx:pt>
          <cx:pt idx="464">FLP-ORD-0146</cx:pt>
          <cx:pt idx="465">FLP-ORD-0114</cx:pt>
          <cx:pt idx="466">FLP-ORD-0262</cx:pt>
          <cx:pt idx="467">FLP-ORD-0183</cx:pt>
          <cx:pt idx="468">FLP-ORD-0132</cx:pt>
          <cx:pt idx="469">FLP-ORD-0040</cx:pt>
          <cx:pt idx="470">FLP-ORD-0296</cx:pt>
          <cx:pt idx="471">FLP-ORD-0296</cx:pt>
          <cx:pt idx="472">FLP-ORD-0179</cx:pt>
          <cx:pt idx="473">FLP-ORD-0006</cx:pt>
          <cx:pt idx="474">FLP-ORD-0077</cx:pt>
          <cx:pt idx="475">FLP-ORD-0202</cx:pt>
          <cx:pt idx="476">FLP-ORD-0202</cx:pt>
          <cx:pt idx="477">FLP-ORD-0281</cx:pt>
          <cx:pt idx="478">FLP-ORD-0067</cx:pt>
          <cx:pt idx="479">FLP-ORD-0101</cx:pt>
          <cx:pt idx="480">FLP-ORD-0221</cx:pt>
          <cx:pt idx="481">FLP-ORD-0179</cx:pt>
          <cx:pt idx="482">FLP-ORD-0087</cx:pt>
          <cx:pt idx="483">FLP-ORD-0120</cx:pt>
          <cx:pt idx="484">FLP-ORD-0028</cx:pt>
          <cx:pt idx="485">FLP-ORD-0148</cx:pt>
          <cx:pt idx="486">FLP-ORD-0170</cx:pt>
          <cx:pt idx="487">FLP-ORD-0281</cx:pt>
          <cx:pt idx="488">FLP-ORD-0193</cx:pt>
          <cx:pt idx="489">FLP-ORD-0139</cx:pt>
          <cx:pt idx="490">FLP-ORD-0185</cx:pt>
          <cx:pt idx="491">FLP-ORD-0261</cx:pt>
          <cx:pt idx="492">FLP-ORD-0257</cx:pt>
          <cx:pt idx="493">FLP-ORD-0157</cx:pt>
          <cx:pt idx="494">FLP-ORD-0181</cx:pt>
          <cx:pt idx="495">FLP-ORD-0132</cx:pt>
          <cx:pt idx="496">FLP-ORD-0202</cx:pt>
          <cx:pt idx="497">FLP-ORD-0117</cx:pt>
          <cx:pt idx="498">FLP-ORD-0169</cx:pt>
          <cx:pt idx="499">FLP-ORD-0104</cx:pt>
          <cx:pt idx="500">FLP-ORD-0221</cx:pt>
          <cx:pt idx="501">FLP-ORD-0061</cx:pt>
          <cx:pt idx="502">FLP-ORD-0212</cx:pt>
          <cx:pt idx="503">FLP-ORD-0141</cx:pt>
          <cx:pt idx="504">FLP-ORD-0137</cx:pt>
          <cx:pt idx="505">FLP-ORD-0014</cx:pt>
          <cx:pt idx="506">FLP-ORD-0241</cx:pt>
          <cx:pt idx="507">FLP-ORD-0099</cx:pt>
          <cx:pt idx="508">FLP-ORD-0114</cx:pt>
          <cx:pt idx="509">FLP-ORD-0225</cx:pt>
          <cx:pt idx="510">FLP-ORD-0219</cx:pt>
          <cx:pt idx="511">FLP-ORD-0202</cx:pt>
          <cx:pt idx="512">FLP-ORD-0020</cx:pt>
          <cx:pt idx="513">FLP-ORD-0126</cx:pt>
          <cx:pt idx="514">FLP-ORD-0026</cx:pt>
          <cx:pt idx="515">FLP-ORD-0147</cx:pt>
          <cx:pt idx="516">FLP-ORD-0265</cx:pt>
          <cx:pt idx="517">FLP-ORD-0058</cx:pt>
          <cx:pt idx="518">FLP-ORD-0166</cx:pt>
          <cx:pt idx="519">FLP-ORD-0104</cx:pt>
          <cx:pt idx="520">FLP-ORD-0084</cx:pt>
          <cx:pt idx="521">FLP-ORD-0269</cx:pt>
          <cx:pt idx="522">FLP-ORD-0088</cx:pt>
          <cx:pt idx="523">FLP-ORD-0092</cx:pt>
          <cx:pt idx="524">FLP-ORD-0229</cx:pt>
          <cx:pt idx="525">FLP-ORD-0130</cx:pt>
          <cx:pt idx="526">FLP-ORD-0253</cx:pt>
          <cx:pt idx="527">FLP-ORD-0041</cx:pt>
          <cx:pt idx="528">FLP-ORD-0286</cx:pt>
          <cx:pt idx="529">FLP-ORD-0075</cx:pt>
          <cx:pt idx="530">FLP-ORD-0026</cx:pt>
          <cx:pt idx="531">FLP-ORD-0294</cx:pt>
          <cx:pt idx="532">FLP-ORD-0048</cx:pt>
          <cx:pt idx="533">FLP-ORD-0282</cx:pt>
          <cx:pt idx="534">FLP-ORD-0169</cx:pt>
          <cx:pt idx="535">FLP-ORD-0056</cx:pt>
          <cx:pt idx="536">FLP-ORD-0148</cx:pt>
          <cx:pt idx="537">FLP-ORD-0182</cx:pt>
          <cx:pt idx="538">FLP-ORD-0255</cx:pt>
          <cx:pt idx="539">FLP-ORD-0100</cx:pt>
          <cx:pt idx="540">FLP-ORD-0107</cx:pt>
          <cx:pt idx="541">FLP-ORD-0109</cx:pt>
          <cx:pt idx="542">FLP-ORD-0158</cx:pt>
          <cx:pt idx="543">FLP-ORD-0171</cx:pt>
          <cx:pt idx="544">FLP-ORD-0090</cx:pt>
          <cx:pt idx="545">FLP-ORD-0019</cx:pt>
          <cx:pt idx="546">FLP-ORD-0275</cx:pt>
          <cx:pt idx="547">FLP-ORD-0267</cx:pt>
          <cx:pt idx="548">FLP-ORD-0107</cx:pt>
          <cx:pt idx="549">FLP-ORD-0144</cx:pt>
          <cx:pt idx="550">FLP-ORD-0293</cx:pt>
          <cx:pt idx="551">FLP-ORD-0158</cx:pt>
          <cx:pt idx="552">FLP-ORD-0191</cx:pt>
          <cx:pt idx="553">FLP-ORD-0020</cx:pt>
          <cx:pt idx="554">FLP-ORD-0257</cx:pt>
          <cx:pt idx="555">FLP-ORD-0159</cx:pt>
          <cx:pt idx="556">FLP-ORD-0265</cx:pt>
          <cx:pt idx="557">FLP-ORD-0268</cx:pt>
          <cx:pt idx="558">FLP-ORD-0045</cx:pt>
          <cx:pt idx="559">FLP-ORD-0160</cx:pt>
          <cx:pt idx="560">FLP-ORD-0165</cx:pt>
          <cx:pt idx="561">FLP-ORD-0061</cx:pt>
          <cx:pt idx="562">FLP-ORD-0287</cx:pt>
          <cx:pt idx="563">FLP-ORD-0073</cx:pt>
          <cx:pt idx="564">FLP-ORD-0277</cx:pt>
          <cx:pt idx="565">FLP-ORD-0026</cx:pt>
          <cx:pt idx="566">FLP-ORD-0229</cx:pt>
          <cx:pt idx="567">FLP-ORD-0274</cx:pt>
          <cx:pt idx="568">FLP-ORD-0240</cx:pt>
          <cx:pt idx="569">FLP-ORD-0239</cx:pt>
          <cx:pt idx="570">FLP-ORD-0133</cx:pt>
          <cx:pt idx="571">FLP-ORD-0167</cx:pt>
          <cx:pt idx="572">FLP-ORD-0237</cx:pt>
          <cx:pt idx="573">FLP-ORD-0053</cx:pt>
          <cx:pt idx="574">FLP-ORD-0273</cx:pt>
          <cx:pt idx="575">FLP-ORD-0082</cx:pt>
          <cx:pt idx="576">FLP-ORD-0221</cx:pt>
          <cx:pt idx="577">FLP-ORD-0040</cx:pt>
          <cx:pt idx="578">FLP-ORD-0050</cx:pt>
          <cx:pt idx="579">FLP-ORD-0195</cx:pt>
          <cx:pt idx="580">FLP-ORD-0072</cx:pt>
          <cx:pt idx="581">FLP-ORD-0150</cx:pt>
          <cx:pt idx="582">FLP-ORD-0154</cx:pt>
          <cx:pt idx="583">FLP-ORD-0177</cx:pt>
          <cx:pt idx="584">FLP-ORD-0151</cx:pt>
          <cx:pt idx="585">FLP-ORD-0184</cx:pt>
          <cx:pt idx="586">FLP-ORD-0202</cx:pt>
          <cx:pt idx="587">FLP-ORD-0089</cx:pt>
          <cx:pt idx="588">FLP-ORD-0185</cx:pt>
          <cx:pt idx="589">FLP-ORD-0009</cx:pt>
          <cx:pt idx="590">FLP-ORD-0213</cx:pt>
          <cx:pt idx="591">FLP-ORD-0218</cx:pt>
          <cx:pt idx="592">FLP-ORD-0004</cx:pt>
          <cx:pt idx="593">FLP-ORD-0138</cx:pt>
          <cx:pt idx="594">FLP-ORD-0291</cx:pt>
          <cx:pt idx="595">FLP-ORD-0041</cx:pt>
          <cx:pt idx="596">FLP-ORD-0046</cx:pt>
          <cx:pt idx="597">FLP-ORD-0040</cx:pt>
          <cx:pt idx="598">FLP-ORD-0274</cx:pt>
          <cx:pt idx="599">FLP-ORD-0170</cx:pt>
          <cx:pt idx="600">FLP-ORD-0156</cx:pt>
          <cx:pt idx="601">FLP-ORD-0027</cx:pt>
          <cx:pt idx="602">FLP-ORD-0040</cx:pt>
          <cx:pt idx="603">FLP-ORD-0008</cx:pt>
          <cx:pt idx="604">FLP-ORD-0190</cx:pt>
          <cx:pt idx="605">FLP-ORD-0271</cx:pt>
          <cx:pt idx="606">FLP-ORD-0079</cx:pt>
          <cx:pt idx="607">FLP-ORD-0086</cx:pt>
          <cx:pt idx="608">FLP-ORD-0060</cx:pt>
          <cx:pt idx="609">FLP-ORD-0273</cx:pt>
          <cx:pt idx="610">FLP-ORD-0272</cx:pt>
          <cx:pt idx="611">FLP-ORD-0022</cx:pt>
          <cx:pt idx="612">FLP-ORD-0140</cx:pt>
          <cx:pt idx="613">FLP-ORD-0237</cx:pt>
          <cx:pt idx="614">FLP-ORD-0093</cx:pt>
          <cx:pt idx="615">FLP-ORD-0007</cx:pt>
          <cx:pt idx="616">FLP-ORD-0146</cx:pt>
          <cx:pt idx="617">FLP-ORD-0112</cx:pt>
          <cx:pt idx="618">FLP-ORD-0067</cx:pt>
          <cx:pt idx="619">FLP-ORD-0130</cx:pt>
          <cx:pt idx="620">FLP-ORD-0219</cx:pt>
          <cx:pt idx="621">FLP-ORD-0196</cx:pt>
          <cx:pt idx="622">FLP-ORD-0036</cx:pt>
          <cx:pt idx="623">FLP-ORD-0074</cx:pt>
          <cx:pt idx="624">FLP-ORD-0133</cx:pt>
          <cx:pt idx="625">FLP-ORD-0229</cx:pt>
          <cx:pt idx="626">FLP-ORD-0200</cx:pt>
          <cx:pt idx="627">FLP-ORD-0264</cx:pt>
          <cx:pt idx="628">FLP-ORD-0036</cx:pt>
          <cx:pt idx="629">FLP-ORD-0247</cx:pt>
          <cx:pt idx="630">FLP-ORD-0029</cx:pt>
          <cx:pt idx="631">FLP-ORD-0149</cx:pt>
          <cx:pt idx="632">FLP-ORD-0200</cx:pt>
          <cx:pt idx="633">FLP-ORD-0098</cx:pt>
          <cx:pt idx="634">FLP-ORD-0123</cx:pt>
          <cx:pt idx="635">FLP-ORD-0231</cx:pt>
          <cx:pt idx="636">FLP-ORD-0022</cx:pt>
          <cx:pt idx="637">FLP-ORD-0275</cx:pt>
          <cx:pt idx="638">FLP-ORD-0251</cx:pt>
          <cx:pt idx="639">FLP-ORD-0067</cx:pt>
          <cx:pt idx="640">FLP-ORD-0050</cx:pt>
          <cx:pt idx="641">FLP-ORD-0055</cx:pt>
          <cx:pt idx="642">FLP-ORD-0219</cx:pt>
          <cx:pt idx="643">FLP-ORD-0165</cx:pt>
          <cx:pt idx="644">FLP-ORD-0073</cx:pt>
          <cx:pt idx="645">FLP-ORD-0298</cx:pt>
          <cx:pt idx="646">FLP-ORD-0009</cx:pt>
          <cx:pt idx="647">FLP-ORD-0146</cx:pt>
          <cx:pt idx="648">FLP-ORD-0268</cx:pt>
          <cx:pt idx="649">FLP-ORD-0093</cx:pt>
          <cx:pt idx="650">FLP-ORD-0155</cx:pt>
          <cx:pt idx="651">FLP-ORD-0049</cx:pt>
          <cx:pt idx="652">FLP-ORD-0107</cx:pt>
          <cx:pt idx="653">FLP-ORD-0243</cx:pt>
          <cx:pt idx="654">FLP-ORD-0187</cx:pt>
          <cx:pt idx="655">FLP-ORD-0233</cx:pt>
          <cx:pt idx="656">FLP-ORD-0015</cx:pt>
          <cx:pt idx="657">FLP-ORD-0297</cx:pt>
          <cx:pt idx="658">FLP-ORD-0118</cx:pt>
          <cx:pt idx="659">FLP-ORD-0103</cx:pt>
          <cx:pt idx="660">FLP-ORD-0075</cx:pt>
          <cx:pt idx="661">FLP-ORD-0100</cx:pt>
          <cx:pt idx="662">FLP-ORD-0031</cx:pt>
          <cx:pt idx="663">FLP-ORD-0176</cx:pt>
          <cx:pt idx="664">FLP-ORD-0088</cx:pt>
          <cx:pt idx="665">FLP-ORD-0251</cx:pt>
          <cx:pt idx="666">FLP-ORD-0127</cx:pt>
          <cx:pt idx="667">FLP-ORD-0077</cx:pt>
          <cx:pt idx="668">FLP-ORD-0259</cx:pt>
          <cx:pt idx="669">FLP-ORD-0051</cx:pt>
          <cx:pt idx="670">FLP-ORD-0209</cx:pt>
          <cx:pt idx="671">FLP-ORD-0009</cx:pt>
          <cx:pt idx="672">FLP-ORD-0299</cx:pt>
          <cx:pt idx="673">FLP-ORD-0095</cx:pt>
          <cx:pt idx="674">FLP-ORD-0037</cx:pt>
          <cx:pt idx="675">FLP-ORD-0278</cx:pt>
          <cx:pt idx="676">FLP-ORD-0029</cx:pt>
          <cx:pt idx="677">FLP-ORD-0021</cx:pt>
          <cx:pt idx="678">FLP-ORD-0288</cx:pt>
          <cx:pt idx="679">FLP-ORD-0298</cx:pt>
          <cx:pt idx="680">FLP-ORD-0217</cx:pt>
          <cx:pt idx="681">FLP-ORD-0270</cx:pt>
          <cx:pt idx="682">FLP-ORD-0150</cx:pt>
          <cx:pt idx="683">FLP-ORD-0034</cx:pt>
          <cx:pt idx="684">FLP-ORD-0148</cx:pt>
          <cx:pt idx="685">FLP-ORD-0078</cx:pt>
          <cx:pt idx="686">FLP-ORD-0278</cx:pt>
          <cx:pt idx="687">FLP-ORD-0011</cx:pt>
          <cx:pt idx="688">FLP-ORD-0267</cx:pt>
          <cx:pt idx="689">FLP-ORD-0249</cx:pt>
          <cx:pt idx="690">FLP-ORD-0068</cx:pt>
          <cx:pt idx="691">FLP-ORD-0025</cx:pt>
          <cx:pt idx="692">FLP-ORD-0275</cx:pt>
          <cx:pt idx="693">FLP-ORD-0079</cx:pt>
          <cx:pt idx="694">FLP-ORD-0134</cx:pt>
          <cx:pt idx="695">FLP-ORD-0177</cx:pt>
          <cx:pt idx="696">FLP-ORD-0013</cx:pt>
          <cx:pt idx="697">FLP-ORD-0080</cx:pt>
          <cx:pt idx="698">FLP-ORD-0243</cx:pt>
          <cx:pt idx="699">FLP-ORD-0174</cx:pt>
          <cx:pt idx="700">FLP-ORD-0158</cx:pt>
          <cx:pt idx="701">FLP-ORD-0029</cx:pt>
          <cx:pt idx="702">FLP-ORD-0143</cx:pt>
          <cx:pt idx="703">FLP-ORD-0045</cx:pt>
          <cx:pt idx="704">FLP-ORD-0029</cx:pt>
          <cx:pt idx="705">FLP-ORD-0191</cx:pt>
          <cx:pt idx="706">FLP-ORD-0288</cx:pt>
          <cx:pt idx="707">FLP-ORD-0227</cx:pt>
          <cx:pt idx="708">FLP-ORD-0072</cx:pt>
          <cx:pt idx="709">FLP-ORD-0172</cx:pt>
          <cx:pt idx="710">FLP-ORD-0140</cx:pt>
          <cx:pt idx="711">FLP-ORD-0103</cx:pt>
          <cx:pt idx="712">FLP-ORD-0155</cx:pt>
          <cx:pt idx="713">FLP-ORD-0002</cx:pt>
          <cx:pt idx="714">FLP-ORD-0148</cx:pt>
          <cx:pt idx="715">FLP-ORD-0142</cx:pt>
          <cx:pt idx="716">FLP-ORD-0224</cx:pt>
          <cx:pt idx="717">FLP-ORD-0009</cx:pt>
          <cx:pt idx="718">FLP-ORD-0070</cx:pt>
          <cx:pt idx="719">FLP-ORD-0025</cx:pt>
          <cx:pt idx="720">FLP-ORD-0094</cx:pt>
          <cx:pt idx="721">FLP-ORD-0155</cx:pt>
          <cx:pt idx="722">FLP-ORD-0007</cx:pt>
          <cx:pt idx="723">FLP-ORD-0084</cx:pt>
          <cx:pt idx="724">FLP-ORD-0287</cx:pt>
          <cx:pt idx="725">FLP-ORD-0059</cx:pt>
          <cx:pt idx="726">FLP-ORD-0009</cx:pt>
          <cx:pt idx="727">FLP-ORD-0268</cx:pt>
          <cx:pt idx="728">FLP-ORD-0061</cx:pt>
          <cx:pt idx="729">FLP-ORD-0065</cx:pt>
          <cx:pt idx="730">FLP-ORD-0058</cx:pt>
          <cx:pt idx="731">FLP-ORD-0056</cx:pt>
          <cx:pt idx="732">FLP-ORD-0023</cx:pt>
          <cx:pt idx="733">FLP-ORD-0106</cx:pt>
          <cx:pt idx="734">FLP-ORD-0143</cx:pt>
          <cx:pt idx="735">FLP-ORD-0124</cx:pt>
          <cx:pt idx="736">FLP-ORD-0271</cx:pt>
          <cx:pt idx="737">FLP-ORD-0003</cx:pt>
          <cx:pt idx="738">FLP-ORD-0188</cx:pt>
          <cx:pt idx="739">FLP-ORD-0195</cx:pt>
          <cx:pt idx="740">FLP-ORD-0064</cx:pt>
          <cx:pt idx="741">FLP-ORD-0148</cx:pt>
          <cx:pt idx="742">FLP-ORD-0234</cx:pt>
          <cx:pt idx="743">FLP-ORD-0220</cx:pt>
          <cx:pt idx="744">FLP-ORD-0252</cx:pt>
          <cx:pt idx="745">FLP-ORD-0074</cx:pt>
          <cx:pt idx="746">FLP-ORD-0087</cx:pt>
          <cx:pt idx="747">FLP-ORD-0063</cx:pt>
          <cx:pt idx="748">FLP-ORD-0298</cx:pt>
          <cx:pt idx="749">FLP-ORD-0208</cx:pt>
          <cx:pt idx="750">FLP-ORD-0129</cx:pt>
          <cx:pt idx="751">FLP-ORD-0028</cx:pt>
          <cx:pt idx="752">FLP-ORD-0168</cx:pt>
          <cx:pt idx="753">FLP-ORD-0267</cx:pt>
          <cx:pt idx="754">FLP-ORD-0134</cx:pt>
          <cx:pt idx="755">FLP-ORD-0017</cx:pt>
          <cx:pt idx="756">FLP-ORD-0227</cx:pt>
          <cx:pt idx="757">FLP-ORD-0156</cx:pt>
          <cx:pt idx="758">FLP-ORD-0250</cx:pt>
          <cx:pt idx="759">FLP-ORD-0293</cx:pt>
          <cx:pt idx="760">FLP-ORD-0254</cx:pt>
          <cx:pt idx="761">FLP-ORD-0146</cx:pt>
          <cx:pt idx="762">FLP-ORD-0179</cx:pt>
          <cx:pt idx="763">FLP-ORD-0177</cx:pt>
          <cx:pt idx="764">FLP-ORD-0160</cx:pt>
          <cx:pt idx="765">FLP-ORD-0059</cx:pt>
          <cx:pt idx="766">FLP-ORD-0217</cx:pt>
          <cx:pt idx="767">FLP-ORD-0012</cx:pt>
          <cx:pt idx="768">FLP-ORD-0251</cx:pt>
          <cx:pt idx="769">FLP-ORD-0174</cx:pt>
          <cx:pt idx="770">FLP-ORD-0039</cx:pt>
          <cx:pt idx="771">FLP-ORD-0206</cx:pt>
          <cx:pt idx="772">FLP-ORD-0049</cx:pt>
          <cx:pt idx="773">FLP-ORD-0244</cx:pt>
          <cx:pt idx="774">FLP-ORD-0259</cx:pt>
          <cx:pt idx="775">FLP-ORD-0129</cx:pt>
          <cx:pt idx="776">FLP-ORD-0265</cx:pt>
          <cx:pt idx="777">FLP-ORD-0240</cx:pt>
          <cx:pt idx="778">FLP-ORD-0223</cx:pt>
          <cx:pt idx="779">FLP-ORD-0078</cx:pt>
          <cx:pt idx="780">FLP-ORD-0033</cx:pt>
          <cx:pt idx="781">FLP-ORD-0121</cx:pt>
          <cx:pt idx="782">FLP-ORD-0159</cx:pt>
          <cx:pt idx="783">FLP-ORD-0104</cx:pt>
          <cx:pt idx="784">FLP-ORD-0143</cx:pt>
          <cx:pt idx="785">FLP-ORD-0029</cx:pt>
          <cx:pt idx="786">FLP-ORD-0187</cx:pt>
          <cx:pt idx="787">FLP-ORD-0293</cx:pt>
          <cx:pt idx="788">FLP-ORD-0269</cx:pt>
          <cx:pt idx="789">FLP-ORD-0161</cx:pt>
          <cx:pt idx="790">FLP-ORD-0121</cx:pt>
          <cx:pt idx="791">FLP-ORD-0226</cx:pt>
          <cx:pt idx="792">FLP-ORD-0058</cx:pt>
          <cx:pt idx="793">FLP-ORD-0075</cx:pt>
          <cx:pt idx="794">FLP-ORD-0018</cx:pt>
          <cx:pt idx="795">FLP-ORD-0186</cx:pt>
          <cx:pt idx="796">FLP-ORD-0202</cx:pt>
          <cx:pt idx="797">FLP-ORD-0225</cx:pt>
          <cx:pt idx="798">FLP-ORD-0252</cx:pt>
          <cx:pt idx="799">FLP-ORD-0052</cx:pt>
          <cx:pt idx="800">FLP-ORD-0281</cx:pt>
          <cx:pt idx="801">FLP-ORD-0095</cx:pt>
          <cx:pt idx="802">FLP-ORD-0295</cx:pt>
          <cx:pt idx="803">FLP-ORD-0067</cx:pt>
          <cx:pt idx="804">FLP-ORD-0069</cx:pt>
          <cx:pt idx="805">FLP-ORD-0102</cx:pt>
          <cx:pt idx="806">FLP-ORD-0293</cx:pt>
          <cx:pt idx="807">FLP-ORD-0118</cx:pt>
          <cx:pt idx="808">FLP-ORD-0026</cx:pt>
          <cx:pt idx="809">FLP-ORD-0088</cx:pt>
          <cx:pt idx="810">FLP-ORD-0254</cx:pt>
          <cx:pt idx="811">FLP-ORD-0137</cx:pt>
          <cx:pt idx="812">FLP-ORD-0111</cx:pt>
          <cx:pt idx="813">FLP-ORD-0015</cx:pt>
          <cx:pt idx="814">FLP-ORD-0190</cx:pt>
          <cx:pt idx="815">FLP-ORD-0204</cx:pt>
          <cx:pt idx="816">FLP-ORD-0049</cx:pt>
          <cx:pt idx="817">FLP-ORD-0024</cx:pt>
          <cx:pt idx="818">FLP-ORD-0190</cx:pt>
          <cx:pt idx="819">FLP-ORD-0253</cx:pt>
          <cx:pt idx="820">FLP-ORD-0222</cx:pt>
          <cx:pt idx="821">FLP-ORD-0256</cx:pt>
          <cx:pt idx="822">FLP-ORD-0135</cx:pt>
          <cx:pt idx="823">FLP-ORD-0162</cx:pt>
          <cx:pt idx="824">FLP-ORD-0028</cx:pt>
          <cx:pt idx="825">FLP-ORD-0084</cx:pt>
          <cx:pt idx="826">FLP-ORD-0288</cx:pt>
          <cx:pt idx="827">FLP-ORD-0076</cx:pt>
          <cx:pt idx="828">FLP-ORD-0087</cx:pt>
          <cx:pt idx="829">FLP-ORD-0270</cx:pt>
          <cx:pt idx="830">FLP-ORD-0049</cx:pt>
          <cx:pt idx="831">FLP-ORD-0055</cx:pt>
          <cx:pt idx="832">FLP-ORD-0246</cx:pt>
          <cx:pt idx="833">FLP-ORD-0232</cx:pt>
          <cx:pt idx="834">FLP-ORD-0145</cx:pt>
          <cx:pt idx="835">FLP-ORD-0196</cx:pt>
          <cx:pt idx="836">FLP-ORD-0205</cx:pt>
          <cx:pt idx="837">FLP-ORD-0146</cx:pt>
          <cx:pt idx="838">FLP-ORD-0159</cx:pt>
          <cx:pt idx="839">FLP-ORD-0263</cx:pt>
          <cx:pt idx="840">FLP-ORD-0217</cx:pt>
          <cx:pt idx="841">FLP-ORD-0219</cx:pt>
          <cx:pt idx="842">FLP-ORD-0080</cx:pt>
          <cx:pt idx="843">FLP-ORD-0224</cx:pt>
          <cx:pt idx="844">FLP-ORD-0128</cx:pt>
          <cx:pt idx="845">FLP-ORD-0263</cx:pt>
          <cx:pt idx="846">FLP-ORD-0292</cx:pt>
          <cx:pt idx="847">FLP-ORD-0009</cx:pt>
          <cx:pt idx="848">FLP-ORD-0214</cx:pt>
          <cx:pt idx="849">FLP-ORD-0231</cx:pt>
          <cx:pt idx="850">FLP-ORD-0133</cx:pt>
          <cx:pt idx="851">FLP-ORD-0088</cx:pt>
          <cx:pt idx="852">FLP-ORD-0250</cx:pt>
          <cx:pt idx="853">FLP-ORD-0203</cx:pt>
          <cx:pt idx="854">FLP-ORD-0009</cx:pt>
          <cx:pt idx="855">FLP-ORD-0224</cx:pt>
          <cx:pt idx="856">FLP-ORD-0217</cx:pt>
          <cx:pt idx="857">FLP-ORD-0249</cx:pt>
          <cx:pt idx="858">FLP-ORD-0292</cx:pt>
          <cx:pt idx="859">FLP-ORD-0222</cx:pt>
          <cx:pt idx="860">FLP-ORD-0149</cx:pt>
          <cx:pt idx="861">FLP-ORD-0250</cx:pt>
          <cx:pt idx="862">FLP-ORD-0033</cx:pt>
          <cx:pt idx="863">FLP-ORD-0178</cx:pt>
          <cx:pt idx="864">FLP-ORD-0241</cx:pt>
          <cx:pt idx="865">FLP-ORD-0174</cx:pt>
          <cx:pt idx="866">FLP-ORD-0214</cx:pt>
          <cx:pt idx="867">FLP-ORD-0045</cx:pt>
          <cx:pt idx="868">FLP-ORD-0213</cx:pt>
          <cx:pt idx="869">FLP-ORD-0184</cx:pt>
          <cx:pt idx="870">FLP-ORD-0258</cx:pt>
          <cx:pt idx="871">FLP-ORD-0288</cx:pt>
          <cx:pt idx="872">FLP-ORD-0286</cx:pt>
          <cx:pt idx="873">FLP-ORD-0054</cx:pt>
          <cx:pt idx="874">FLP-ORD-0055</cx:pt>
          <cx:pt idx="875">FLP-ORD-0054</cx:pt>
          <cx:pt idx="876">FLP-ORD-0150</cx:pt>
          <cx:pt idx="877">FLP-ORD-0187</cx:pt>
          <cx:pt idx="878">FLP-ORD-0004</cx:pt>
          <cx:pt idx="879">FLP-ORD-0191</cx:pt>
          <cx:pt idx="880">FLP-ORD-0272</cx:pt>
          <cx:pt idx="881">FLP-ORD-0235</cx:pt>
          <cx:pt idx="882">FLP-ORD-0265</cx:pt>
          <cx:pt idx="883">FLP-ORD-0085</cx:pt>
          <cx:pt idx="884">FLP-ORD-0078</cx:pt>
          <cx:pt idx="885">FLP-ORD-0152</cx:pt>
          <cx:pt idx="886">FLP-ORD-0161</cx:pt>
          <cx:pt idx="887">FLP-ORD-0207</cx:pt>
          <cx:pt idx="888">FLP-ORD-0227</cx:pt>
          <cx:pt idx="889">FLP-ORD-0276</cx:pt>
          <cx:pt idx="890">FLP-ORD-0267</cx:pt>
          <cx:pt idx="891">FLP-ORD-0175</cx:pt>
          <cx:pt idx="892">FLP-ORD-0156</cx:pt>
          <cx:pt idx="893">FLP-ORD-0133</cx:pt>
          <cx:pt idx="894">FLP-ORD-0230</cx:pt>
          <cx:pt idx="895">FLP-ORD-0298</cx:pt>
          <cx:pt idx="896">FLP-ORD-0294</cx:pt>
          <cx:pt idx="897">FLP-ORD-0299</cx:pt>
          <cx:pt idx="898">FLP-ORD-0211</cx:pt>
          <cx:pt idx="899">FLP-ORD-0229</cx:pt>
          <cx:pt idx="900">FLP-ORD-0203</cx:pt>
          <cx:pt idx="901">FLP-ORD-0251</cx:pt>
          <cx:pt idx="902">FLP-ORD-0067</cx:pt>
          <cx:pt idx="903">FLP-ORD-0081</cx:pt>
          <cx:pt idx="904">FLP-ORD-0057</cx:pt>
          <cx:pt idx="905">FLP-ORD-0191</cx:pt>
          <cx:pt idx="906">FLP-ORD-0073</cx:pt>
          <cx:pt idx="907">FLP-ORD-0251</cx:pt>
          <cx:pt idx="908">FLP-ORD-0214</cx:pt>
          <cx:pt idx="909">FLP-ORD-0194</cx:pt>
          <cx:pt idx="910">FLP-ORD-0231</cx:pt>
          <cx:pt idx="911">FLP-ORD-0210</cx:pt>
          <cx:pt idx="912">FLP-ORD-0227</cx:pt>
          <cx:pt idx="913">FLP-ORD-0159</cx:pt>
          <cx:pt idx="914">FLP-ORD-0278</cx:pt>
          <cx:pt idx="915">FLP-ORD-0258</cx:pt>
          <cx:pt idx="916">FLP-ORD-0141</cx:pt>
          <cx:pt idx="917">FLP-ORD-0228</cx:pt>
          <cx:pt idx="918">FLP-ORD-0012</cx:pt>
          <cx:pt idx="919">FLP-ORD-0163</cx:pt>
          <cx:pt idx="920">FLP-ORD-0074</cx:pt>
          <cx:pt idx="921">FLP-ORD-0087</cx:pt>
          <cx:pt idx="922">FLP-ORD-0153</cx:pt>
          <cx:pt idx="923">FLP-ORD-0133</cx:pt>
          <cx:pt idx="924">FLP-ORD-0122</cx:pt>
          <cx:pt idx="925">FLP-ORD-0138</cx:pt>
          <cx:pt idx="926">FLP-ORD-0209</cx:pt>
          <cx:pt idx="927">FLP-ORD-0285</cx:pt>
          <cx:pt idx="928">FLP-ORD-0257</cx:pt>
          <cx:pt idx="929">FLP-ORD-0276</cx:pt>
          <cx:pt idx="930">FLP-ORD-0149</cx:pt>
          <cx:pt idx="931">FLP-ORD-0195</cx:pt>
          <cx:pt idx="932">FLP-ORD-0274</cx:pt>
          <cx:pt idx="933">FLP-ORD-0072</cx:pt>
          <cx:pt idx="934">FLP-ORD-0163</cx:pt>
          <cx:pt idx="935">FLP-ORD-0165</cx:pt>
          <cx:pt idx="936">FLP-ORD-0069</cx:pt>
          <cx:pt idx="937">FLP-ORD-0212</cx:pt>
          <cx:pt idx="938">FLP-ORD-0040</cx:pt>
          <cx:pt idx="939">FLP-ORD-0193</cx:pt>
          <cx:pt idx="940">FLP-ORD-0005</cx:pt>
          <cx:pt idx="941">FLP-ORD-0011</cx:pt>
          <cx:pt idx="942">FLP-ORD-0114</cx:pt>
          <cx:pt idx="943">FLP-ORD-0108</cx:pt>
          <cx:pt idx="944">FLP-ORD-0292</cx:pt>
          <cx:pt idx="945">FLP-ORD-0290</cx:pt>
          <cx:pt idx="946">FLP-ORD-0292</cx:pt>
          <cx:pt idx="947">FLP-ORD-0012</cx:pt>
          <cx:pt idx="948">FLP-ORD-0002</cx:pt>
          <cx:pt idx="949">FLP-ORD-0209</cx:pt>
          <cx:pt idx="950">FLP-ORD-0023</cx:pt>
          <cx:pt idx="951">FLP-ORD-0201</cx:pt>
          <cx:pt idx="952">FLP-ORD-0116</cx:pt>
          <cx:pt idx="953">FLP-ORD-0033</cx:pt>
          <cx:pt idx="954">FLP-ORD-0172</cx:pt>
          <cx:pt idx="955">FLP-ORD-0028</cx:pt>
          <cx:pt idx="956">FLP-ORD-0225</cx:pt>
          <cx:pt idx="957">FLP-ORD-0018</cx:pt>
          <cx:pt idx="958">FLP-ORD-0032</cx:pt>
          <cx:pt idx="959">FLP-ORD-0029</cx:pt>
          <cx:pt idx="960">FLP-ORD-0211</cx:pt>
          <cx:pt idx="961">FLP-ORD-0238</cx:pt>
          <cx:pt idx="962">FLP-ORD-0014</cx:pt>
          <cx:pt idx="963">FLP-ORD-0035</cx:pt>
          <cx:pt idx="964">FLP-ORD-0182</cx:pt>
          <cx:pt idx="965">FLP-ORD-0023</cx:pt>
          <cx:pt idx="966">FLP-ORD-0184</cx:pt>
          <cx:pt idx="967">FLP-ORD-0159</cx:pt>
          <cx:pt idx="968">FLP-ORD-0075</cx:pt>
          <cx:pt idx="969">FLP-ORD-0101</cx:pt>
          <cx:pt idx="970">FLP-ORD-0240</cx:pt>
          <cx:pt idx="971">FLP-ORD-0154</cx:pt>
          <cx:pt idx="972">FLP-ORD-0022</cx:pt>
          <cx:pt idx="973">FLP-ORD-0239</cx:pt>
          <cx:pt idx="974">FLP-ORD-0170</cx:pt>
          <cx:pt idx="975">FLP-ORD-0186</cx:pt>
          <cx:pt idx="976">FLP-ORD-0226</cx:pt>
          <cx:pt idx="977">FLP-ORD-0102</cx:pt>
          <cx:pt idx="978">FLP-ORD-0174</cx:pt>
          <cx:pt idx="979">FLP-ORD-0052</cx:pt>
          <cx:pt idx="980">FLP-ORD-0174</cx:pt>
          <cx:pt idx="981">FLP-ORD-0088</cx:pt>
          <cx:pt idx="982">FLP-ORD-0061</cx:pt>
          <cx:pt idx="983">FLP-ORD-0192</cx:pt>
          <cx:pt idx="984">FLP-ORD-0097</cx:pt>
          <cx:pt idx="985">FLP-ORD-0144</cx:pt>
          <cx:pt idx="986">FLP-ORD-0241</cx:pt>
          <cx:pt idx="987">FLP-ORD-0261</cx:pt>
          <cx:pt idx="988">FLP-ORD-0270</cx:pt>
          <cx:pt idx="989">FLP-ORD-0299</cx:pt>
          <cx:pt idx="990">FLP-ORD-0203</cx:pt>
          <cx:pt idx="991">FLP-ORD-0192</cx:pt>
          <cx:pt idx="992">FLP-ORD-0266</cx:pt>
          <cx:pt idx="993">FLP-ORD-0219</cx:pt>
          <cx:pt idx="994">FLP-ORD-0163</cx:pt>
          <cx:pt idx="995">FLP-ORD-0039</cx:pt>
          <cx:pt idx="996">FLP-ORD-0142</cx:pt>
          <cx:pt idx="997">FLP-ORD-0171</cx:pt>
          <cx:pt idx="998">FLP-ORD-0141</cx:pt>
          <cx:pt idx="999">FLP-ORD-0005</cx:pt>
        </cx:lvl>
        <cx:lvl ptCount="1000">
          <cx:pt idx="0">TRK_0001</cx:pt>
          <cx:pt idx="1">TRK_0002</cx:pt>
          <cx:pt idx="2">TRK_0003</cx:pt>
          <cx:pt idx="3">TRK_0004</cx:pt>
          <cx:pt idx="4">TRK_0005</cx:pt>
          <cx:pt idx="5">TRK_0006</cx:pt>
          <cx:pt idx="6">TRK_0007</cx:pt>
          <cx:pt idx="7">TRK_0008</cx:pt>
          <cx:pt idx="8">TRK_0009</cx:pt>
          <cx:pt idx="9">TRK_0010</cx:pt>
          <cx:pt idx="10">TRK_0011</cx:pt>
          <cx:pt idx="11">TRK_0012</cx:pt>
          <cx:pt idx="12">TRK_0013</cx:pt>
          <cx:pt idx="13">TRK_0014</cx:pt>
          <cx:pt idx="14">TRK_0015</cx:pt>
          <cx:pt idx="15">TRK_0016</cx:pt>
          <cx:pt idx="16">TRK_0017</cx:pt>
          <cx:pt idx="17">TRK_0018</cx:pt>
          <cx:pt idx="18">TRK_0019</cx:pt>
          <cx:pt idx="19">TRK_0020</cx:pt>
          <cx:pt idx="20">TRK_0021</cx:pt>
          <cx:pt idx="21">TRK_0022</cx:pt>
          <cx:pt idx="22">TRK_0023</cx:pt>
          <cx:pt idx="23">TRK_0024</cx:pt>
          <cx:pt idx="24">TRK_0025</cx:pt>
          <cx:pt idx="25">TRK_0026</cx:pt>
          <cx:pt idx="26">TRK_0027</cx:pt>
          <cx:pt idx="27">TRK_0028</cx:pt>
          <cx:pt idx="28">TRK_0029</cx:pt>
          <cx:pt idx="29">TRK_0030</cx:pt>
          <cx:pt idx="30">TRK_0031</cx:pt>
          <cx:pt idx="31">TRK_0032</cx:pt>
          <cx:pt idx="32">TRK_0033</cx:pt>
          <cx:pt idx="33">TRK_0034</cx:pt>
          <cx:pt idx="34">TRK_0035</cx:pt>
          <cx:pt idx="35">TRK_0036</cx:pt>
          <cx:pt idx="36">TRK_0037</cx:pt>
          <cx:pt idx="37">TRK_0038</cx:pt>
          <cx:pt idx="38">TRK_0039</cx:pt>
          <cx:pt idx="39">TRK_0040</cx:pt>
          <cx:pt idx="40">TRK_0041</cx:pt>
          <cx:pt idx="41">TRK_0042</cx:pt>
          <cx:pt idx="42">TRK_0043</cx:pt>
          <cx:pt idx="43">TRK_0044</cx:pt>
          <cx:pt idx="44">TRK_0045</cx:pt>
          <cx:pt idx="45">TRK_0046</cx:pt>
          <cx:pt idx="46">TRK_0047</cx:pt>
          <cx:pt idx="47">TRK_0048</cx:pt>
          <cx:pt idx="48">TRK_0049</cx:pt>
          <cx:pt idx="49">TRK_0050</cx:pt>
          <cx:pt idx="50">TRK_0051</cx:pt>
          <cx:pt idx="51">TRK_0052</cx:pt>
          <cx:pt idx="52">TRK_0053</cx:pt>
          <cx:pt idx="53">TRK_0054</cx:pt>
          <cx:pt idx="54">TRK_0055</cx:pt>
          <cx:pt idx="55">TRK_0056</cx:pt>
          <cx:pt idx="56">TRK_0057</cx:pt>
          <cx:pt idx="57">TRK_0058</cx:pt>
          <cx:pt idx="58">TRK_0059</cx:pt>
          <cx:pt idx="59">TRK_0060</cx:pt>
          <cx:pt idx="60">TRK_0061</cx:pt>
          <cx:pt idx="61">TRK_0062</cx:pt>
          <cx:pt idx="62">TRK_0063</cx:pt>
          <cx:pt idx="63">TRK_0064</cx:pt>
          <cx:pt idx="64">TRK_0065</cx:pt>
          <cx:pt idx="65">TRK_0066</cx:pt>
          <cx:pt idx="66">TRK_0067</cx:pt>
          <cx:pt idx="67">TRK_0068</cx:pt>
          <cx:pt idx="68">TRK_0069</cx:pt>
          <cx:pt idx="69">TRK_0070</cx:pt>
          <cx:pt idx="70">TRK_0071</cx:pt>
          <cx:pt idx="71">TRK_0072</cx:pt>
          <cx:pt idx="72">TRK_0073</cx:pt>
          <cx:pt idx="73">TRK_0074</cx:pt>
          <cx:pt idx="74">TRK_0075</cx:pt>
          <cx:pt idx="75">TRK_0076</cx:pt>
          <cx:pt idx="76">TRK_0077</cx:pt>
          <cx:pt idx="77">TRK_0078</cx:pt>
          <cx:pt idx="78">TRK_0079</cx:pt>
          <cx:pt idx="79">TRK_0080</cx:pt>
          <cx:pt idx="80">TRK_0081</cx:pt>
          <cx:pt idx="81">TRK_0082</cx:pt>
          <cx:pt idx="82">TRK_0083</cx:pt>
          <cx:pt idx="83">TRK_0084</cx:pt>
          <cx:pt idx="84">TRK_0085</cx:pt>
          <cx:pt idx="85">TRK_0086</cx:pt>
          <cx:pt idx="86">TRK_0087</cx:pt>
          <cx:pt idx="87">TRK_0088</cx:pt>
          <cx:pt idx="88">TRK_0089</cx:pt>
          <cx:pt idx="89">TRK_0090</cx:pt>
          <cx:pt idx="90">TRK_0091</cx:pt>
          <cx:pt idx="91">TRK_0092</cx:pt>
          <cx:pt idx="92">TRK_0093</cx:pt>
          <cx:pt idx="93">TRK_0094</cx:pt>
          <cx:pt idx="94">TRK_0095</cx:pt>
          <cx:pt idx="95">TRK_0096</cx:pt>
          <cx:pt idx="96">TRK_0097</cx:pt>
          <cx:pt idx="97">TRK_0098</cx:pt>
          <cx:pt idx="98">TRK_0099</cx:pt>
          <cx:pt idx="99">TRK_0100</cx:pt>
          <cx:pt idx="100">TRK_0101</cx:pt>
          <cx:pt idx="101">TRK_0102</cx:pt>
          <cx:pt idx="102">TRK_0103</cx:pt>
          <cx:pt idx="103">TRK_0104</cx:pt>
          <cx:pt idx="104">TRK_0105</cx:pt>
          <cx:pt idx="105">TRK_0106</cx:pt>
          <cx:pt idx="106">TRK_0107</cx:pt>
          <cx:pt idx="107">TRK_0108</cx:pt>
          <cx:pt idx="108">TRK_0109</cx:pt>
          <cx:pt idx="109">TRK_0110</cx:pt>
          <cx:pt idx="110">TRK_0111</cx:pt>
          <cx:pt idx="111">TRK_0112</cx:pt>
          <cx:pt idx="112">TRK_0113</cx:pt>
          <cx:pt idx="113">TRK_0114</cx:pt>
          <cx:pt idx="114">TRK_0115</cx:pt>
          <cx:pt idx="115">TRK_0116</cx:pt>
          <cx:pt idx="116">TRK_0117</cx:pt>
          <cx:pt idx="117">TRK_0118</cx:pt>
          <cx:pt idx="118">TRK_0119</cx:pt>
          <cx:pt idx="119">TRK_0120</cx:pt>
          <cx:pt idx="120">TRK_0121</cx:pt>
          <cx:pt idx="121">TRK_0122</cx:pt>
          <cx:pt idx="122">TRK_0123</cx:pt>
          <cx:pt idx="123">TRK_0124</cx:pt>
          <cx:pt idx="124">TRK_0125</cx:pt>
          <cx:pt idx="125">TRK_0126</cx:pt>
          <cx:pt idx="126">TRK_0127</cx:pt>
          <cx:pt idx="127">TRK_0128</cx:pt>
          <cx:pt idx="128">TRK_0129</cx:pt>
          <cx:pt idx="129">TRK_0130</cx:pt>
          <cx:pt idx="130">TRK_0131</cx:pt>
          <cx:pt idx="131">TRK_0132</cx:pt>
          <cx:pt idx="132">TRK_0133</cx:pt>
          <cx:pt idx="133">TRK_0134</cx:pt>
          <cx:pt idx="134">TRK_0135</cx:pt>
          <cx:pt idx="135">TRK_0136</cx:pt>
          <cx:pt idx="136">TRK_0137</cx:pt>
          <cx:pt idx="137">TRK_0138</cx:pt>
          <cx:pt idx="138">TRK_0139</cx:pt>
          <cx:pt idx="139">TRK_0140</cx:pt>
          <cx:pt idx="140">TRK_0141</cx:pt>
          <cx:pt idx="141">TRK_0142</cx:pt>
          <cx:pt idx="142">TRK_0143</cx:pt>
          <cx:pt idx="143">TRK_0144</cx:pt>
          <cx:pt idx="144">TRK_0145</cx:pt>
          <cx:pt idx="145">TRK_0146</cx:pt>
          <cx:pt idx="146">TRK_0147</cx:pt>
          <cx:pt idx="147">TRK_0148</cx:pt>
          <cx:pt idx="148">TRK_0149</cx:pt>
          <cx:pt idx="149">TRK_0150</cx:pt>
          <cx:pt idx="150">TRK_0151</cx:pt>
          <cx:pt idx="151">TRK_0152</cx:pt>
          <cx:pt idx="152">TRK_0153</cx:pt>
          <cx:pt idx="153">TRK_0154</cx:pt>
          <cx:pt idx="154">TRK_0155</cx:pt>
          <cx:pt idx="155">TRK_0156</cx:pt>
          <cx:pt idx="156">TRK_0157</cx:pt>
          <cx:pt idx="157">TRK_0158</cx:pt>
          <cx:pt idx="158">TRK_0159</cx:pt>
          <cx:pt idx="159">TRK_0160</cx:pt>
          <cx:pt idx="160">TRK_0161</cx:pt>
          <cx:pt idx="161">TRK_0162</cx:pt>
          <cx:pt idx="162">TRK_0163</cx:pt>
          <cx:pt idx="163">TRK_0164</cx:pt>
          <cx:pt idx="164">TRK_0165</cx:pt>
          <cx:pt idx="165">TRK_0166</cx:pt>
          <cx:pt idx="166">TRK_0167</cx:pt>
          <cx:pt idx="167">TRK_0168</cx:pt>
          <cx:pt idx="168">TRK_0169</cx:pt>
          <cx:pt idx="169">TRK_0170</cx:pt>
          <cx:pt idx="170">TRK_0171</cx:pt>
          <cx:pt idx="171">TRK_0172</cx:pt>
          <cx:pt idx="172">TRK_0173</cx:pt>
          <cx:pt idx="173">TRK_0174</cx:pt>
          <cx:pt idx="174">TRK_0175</cx:pt>
          <cx:pt idx="175">TRK_0176</cx:pt>
          <cx:pt idx="176">TRK_0177</cx:pt>
          <cx:pt idx="177">TRK_0178</cx:pt>
          <cx:pt idx="178">TRK_0179</cx:pt>
          <cx:pt idx="179">TRK_0180</cx:pt>
          <cx:pt idx="180">TRK_0181</cx:pt>
          <cx:pt idx="181">TRK_0182</cx:pt>
          <cx:pt idx="182">TRK_0183</cx:pt>
          <cx:pt idx="183">TRK_0184</cx:pt>
          <cx:pt idx="184">TRK_0185</cx:pt>
          <cx:pt idx="185">TRK_0186</cx:pt>
          <cx:pt idx="186">TRK_0187</cx:pt>
          <cx:pt idx="187">TRK_0188</cx:pt>
          <cx:pt idx="188">TRK_0189</cx:pt>
          <cx:pt idx="189">TRK_0190</cx:pt>
          <cx:pt idx="190">TRK_0191</cx:pt>
          <cx:pt idx="191">TRK_0192</cx:pt>
          <cx:pt idx="192">TRK_0193</cx:pt>
          <cx:pt idx="193">TRK_0194</cx:pt>
          <cx:pt idx="194">TRK_0195</cx:pt>
          <cx:pt idx="195">TRK_0196</cx:pt>
          <cx:pt idx="196">TRK_0197</cx:pt>
          <cx:pt idx="197">TRK_0198</cx:pt>
          <cx:pt idx="198">TRK_0199</cx:pt>
          <cx:pt idx="199">TRK_0200</cx:pt>
          <cx:pt idx="200">TRK_0201</cx:pt>
          <cx:pt idx="201">TRK_0202</cx:pt>
          <cx:pt idx="202">TRK_0203</cx:pt>
          <cx:pt idx="203">TRK_0204</cx:pt>
          <cx:pt idx="204">TRK_0205</cx:pt>
          <cx:pt idx="205">TRK_0206</cx:pt>
          <cx:pt idx="206">TRK_0207</cx:pt>
          <cx:pt idx="207">TRK_0208</cx:pt>
          <cx:pt idx="208">TRK_0209</cx:pt>
          <cx:pt idx="209">TRK_0210</cx:pt>
          <cx:pt idx="210">TRK_0211</cx:pt>
          <cx:pt idx="211">TRK_0212</cx:pt>
          <cx:pt idx="212">TRK_0213</cx:pt>
          <cx:pt idx="213">TRK_0214</cx:pt>
          <cx:pt idx="214">TRK_0215</cx:pt>
          <cx:pt idx="215">TRK_0216</cx:pt>
          <cx:pt idx="216">TRK_0217</cx:pt>
          <cx:pt idx="217">TRK_0218</cx:pt>
          <cx:pt idx="218">TRK_0219</cx:pt>
          <cx:pt idx="219">TRK_0220</cx:pt>
          <cx:pt idx="220">TRK_0221</cx:pt>
          <cx:pt idx="221">TRK_0222</cx:pt>
          <cx:pt idx="222">TRK_0223</cx:pt>
          <cx:pt idx="223">TRK_0224</cx:pt>
          <cx:pt idx="224">TRK_0225</cx:pt>
          <cx:pt idx="225">TRK_0226</cx:pt>
          <cx:pt idx="226">TRK_0227</cx:pt>
          <cx:pt idx="227">TRK_0228</cx:pt>
          <cx:pt idx="228">TRK_0229</cx:pt>
          <cx:pt idx="229">TRK_0230</cx:pt>
          <cx:pt idx="230">TRK_0231</cx:pt>
          <cx:pt idx="231">TRK_0232</cx:pt>
          <cx:pt idx="232">TRK_0233</cx:pt>
          <cx:pt idx="233">TRK_0234</cx:pt>
          <cx:pt idx="234">TRK_0235</cx:pt>
          <cx:pt idx="235">TRK_0236</cx:pt>
          <cx:pt idx="236">TRK_0237</cx:pt>
          <cx:pt idx="237">TRK_0238</cx:pt>
          <cx:pt idx="238">TRK_0239</cx:pt>
          <cx:pt idx="239">TRK_0240</cx:pt>
          <cx:pt idx="240">TRK_0241</cx:pt>
          <cx:pt idx="241">TRK_0242</cx:pt>
          <cx:pt idx="242">TRK_0243</cx:pt>
          <cx:pt idx="243">TRK_0244</cx:pt>
          <cx:pt idx="244">TRK_0245</cx:pt>
          <cx:pt idx="245">TRK_0246</cx:pt>
          <cx:pt idx="246">TRK_0247</cx:pt>
          <cx:pt idx="247">TRK_0248</cx:pt>
          <cx:pt idx="248">TRK_0249</cx:pt>
          <cx:pt idx="249">TRK_0250</cx:pt>
          <cx:pt idx="250">TRK_0251</cx:pt>
          <cx:pt idx="251">TRK_0252</cx:pt>
          <cx:pt idx="252">TRK_0253</cx:pt>
          <cx:pt idx="253">TRK_0254</cx:pt>
          <cx:pt idx="254">TRK_0255</cx:pt>
          <cx:pt idx="255">TRK_0256</cx:pt>
          <cx:pt idx="256">TRK_0257</cx:pt>
          <cx:pt idx="257">TRK_0258</cx:pt>
          <cx:pt idx="258">TRK_0259</cx:pt>
          <cx:pt idx="259">TRK_0260</cx:pt>
          <cx:pt idx="260">TRK_0261</cx:pt>
          <cx:pt idx="261">TRK_0262</cx:pt>
          <cx:pt idx="262">TRK_0263</cx:pt>
          <cx:pt idx="263">TRK_0264</cx:pt>
          <cx:pt idx="264">TRK_0265</cx:pt>
          <cx:pt idx="265">TRK_0266</cx:pt>
          <cx:pt idx="266">TRK_0267</cx:pt>
          <cx:pt idx="267">TRK_0268</cx:pt>
          <cx:pt idx="268">TRK_0269</cx:pt>
          <cx:pt idx="269">TRK_0270</cx:pt>
          <cx:pt idx="270">TRK_0271</cx:pt>
          <cx:pt idx="271">TRK_0272</cx:pt>
          <cx:pt idx="272">TRK_0273</cx:pt>
          <cx:pt idx="273">TRK_0274</cx:pt>
          <cx:pt idx="274">TRK_0275</cx:pt>
          <cx:pt idx="275">TRK_0276</cx:pt>
          <cx:pt idx="276">TRK_0277</cx:pt>
          <cx:pt idx="277">TRK_0278</cx:pt>
          <cx:pt idx="278">TRK_0279</cx:pt>
          <cx:pt idx="279">TRK_0280</cx:pt>
          <cx:pt idx="280">TRK_0281</cx:pt>
          <cx:pt idx="281">TRK_0282</cx:pt>
          <cx:pt idx="282">TRK_0283</cx:pt>
          <cx:pt idx="283">TRK_0284</cx:pt>
          <cx:pt idx="284">TRK_0285</cx:pt>
          <cx:pt idx="285">TRK_0286</cx:pt>
          <cx:pt idx="286">TRK_0287</cx:pt>
          <cx:pt idx="287">TRK_0288</cx:pt>
          <cx:pt idx="288">TRK_0289</cx:pt>
          <cx:pt idx="289">TRK_0290</cx:pt>
          <cx:pt idx="290">TRK_0291</cx:pt>
          <cx:pt idx="291">TRK_0292</cx:pt>
          <cx:pt idx="292">TRK_0293</cx:pt>
          <cx:pt idx="293">TRK_0294</cx:pt>
          <cx:pt idx="294">TRK_0295</cx:pt>
          <cx:pt idx="295">TRK_0296</cx:pt>
          <cx:pt idx="296">TRK_0297</cx:pt>
          <cx:pt idx="297">TRK_0298</cx:pt>
          <cx:pt idx="298">TRK_0299</cx:pt>
          <cx:pt idx="299">TRK_0300</cx:pt>
          <cx:pt idx="300">TRK_0301</cx:pt>
          <cx:pt idx="301">TRK_0302</cx:pt>
          <cx:pt idx="302">TRK_0303</cx:pt>
          <cx:pt idx="303">TRK_0304</cx:pt>
          <cx:pt idx="304">TRK_0305</cx:pt>
          <cx:pt idx="305">TRK_0306</cx:pt>
          <cx:pt idx="306">TRK_0307</cx:pt>
          <cx:pt idx="307">TRK_0308</cx:pt>
          <cx:pt idx="308">TRK_0309</cx:pt>
          <cx:pt idx="309">TRK_0310</cx:pt>
          <cx:pt idx="310">TRK_0311</cx:pt>
          <cx:pt idx="311">TRK_0312</cx:pt>
          <cx:pt idx="312">TRK_0313</cx:pt>
          <cx:pt idx="313">TRK_0314</cx:pt>
          <cx:pt idx="314">TRK_0315</cx:pt>
          <cx:pt idx="315">TRK_0316</cx:pt>
          <cx:pt idx="316">TRK_0317</cx:pt>
          <cx:pt idx="317">TRK_0318</cx:pt>
          <cx:pt idx="318">TRK_0319</cx:pt>
          <cx:pt idx="319">TRK_0320</cx:pt>
          <cx:pt idx="320">TRK_0321</cx:pt>
          <cx:pt idx="321">TRK_0322</cx:pt>
          <cx:pt idx="322">TRK_0323</cx:pt>
          <cx:pt idx="323">TRK_0324</cx:pt>
          <cx:pt idx="324">TRK_0325</cx:pt>
          <cx:pt idx="325">TRK_0326</cx:pt>
          <cx:pt idx="326">TRK_0327</cx:pt>
          <cx:pt idx="327">TRK_0328</cx:pt>
          <cx:pt idx="328">TRK_0329</cx:pt>
          <cx:pt idx="329">TRK_0330</cx:pt>
          <cx:pt idx="330">TRK_0331</cx:pt>
          <cx:pt idx="331">TRK_0332</cx:pt>
          <cx:pt idx="332">TRK_0333</cx:pt>
          <cx:pt idx="333">TRK_0334</cx:pt>
          <cx:pt idx="334">TRK_0335</cx:pt>
          <cx:pt idx="335">TRK_0336</cx:pt>
          <cx:pt idx="336">TRK_0337</cx:pt>
          <cx:pt idx="337">TRK_0338</cx:pt>
          <cx:pt idx="338">TRK_0339</cx:pt>
          <cx:pt idx="339">TRK_0340</cx:pt>
          <cx:pt idx="340">TRK_0341</cx:pt>
          <cx:pt idx="341">TRK_0342</cx:pt>
          <cx:pt idx="342">TRK_0343</cx:pt>
          <cx:pt idx="343">TRK_0344</cx:pt>
          <cx:pt idx="344">TRK_0345</cx:pt>
          <cx:pt idx="345">TRK_0346</cx:pt>
          <cx:pt idx="346">TRK_0347</cx:pt>
          <cx:pt idx="347">TRK_0348</cx:pt>
          <cx:pt idx="348">TRK_0349</cx:pt>
          <cx:pt idx="349">TRK_0350</cx:pt>
          <cx:pt idx="350">TRK_0351</cx:pt>
          <cx:pt idx="351">TRK_0352</cx:pt>
          <cx:pt idx="352">TRK_0353</cx:pt>
          <cx:pt idx="353">TRK_0354</cx:pt>
          <cx:pt idx="354">TRK_0355</cx:pt>
          <cx:pt idx="355">TRK_0356</cx:pt>
          <cx:pt idx="356">TRK_0357</cx:pt>
          <cx:pt idx="357">TRK_0358</cx:pt>
          <cx:pt idx="358">TRK_0359</cx:pt>
          <cx:pt idx="359">TRK_0360</cx:pt>
          <cx:pt idx="360">TRK_0361</cx:pt>
          <cx:pt idx="361">TRK_0362</cx:pt>
          <cx:pt idx="362">TRK_0363</cx:pt>
          <cx:pt idx="363">TRK_0364</cx:pt>
          <cx:pt idx="364">TRK_0365</cx:pt>
          <cx:pt idx="365">TRK_0366</cx:pt>
          <cx:pt idx="366">TRK_0367</cx:pt>
          <cx:pt idx="367">TRK_0368</cx:pt>
          <cx:pt idx="368">TRK_0369</cx:pt>
          <cx:pt idx="369">TRK_0370</cx:pt>
          <cx:pt idx="370">TRK_0371</cx:pt>
          <cx:pt idx="371">TRK_0372</cx:pt>
          <cx:pt idx="372">TRK_0373</cx:pt>
          <cx:pt idx="373">TRK_0374</cx:pt>
          <cx:pt idx="374">TRK_0375</cx:pt>
          <cx:pt idx="375">TRK_0376</cx:pt>
          <cx:pt idx="376">TRK_0377</cx:pt>
          <cx:pt idx="377">TRK_0378</cx:pt>
          <cx:pt idx="378">TRK_0379</cx:pt>
          <cx:pt idx="379">TRK_0380</cx:pt>
          <cx:pt idx="380">TRK_0381</cx:pt>
          <cx:pt idx="381">TRK_0382</cx:pt>
          <cx:pt idx="382">TRK_0383</cx:pt>
          <cx:pt idx="383">TRK_0384</cx:pt>
          <cx:pt idx="384">TRK_0385</cx:pt>
          <cx:pt idx="385">TRK_0386</cx:pt>
          <cx:pt idx="386">TRK_0387</cx:pt>
          <cx:pt idx="387">TRK_0388</cx:pt>
          <cx:pt idx="388">TRK_0389</cx:pt>
          <cx:pt idx="389">TRK_0390</cx:pt>
          <cx:pt idx="390">TRK_0391</cx:pt>
          <cx:pt idx="391">TRK_0392</cx:pt>
          <cx:pt idx="392">TRK_0393</cx:pt>
          <cx:pt idx="393">TRK_0394</cx:pt>
          <cx:pt idx="394">TRK_0395</cx:pt>
          <cx:pt idx="395">TRK_0396</cx:pt>
          <cx:pt idx="396">TRK_0397</cx:pt>
          <cx:pt idx="397">TRK_0398</cx:pt>
          <cx:pt idx="398">TRK_0399</cx:pt>
          <cx:pt idx="399">TRK_0400</cx:pt>
          <cx:pt idx="400">TRK_0401</cx:pt>
          <cx:pt idx="401">TRK_0402</cx:pt>
          <cx:pt idx="402">TRK_0403</cx:pt>
          <cx:pt idx="403">TRK_0404</cx:pt>
          <cx:pt idx="404">TRK_0405</cx:pt>
          <cx:pt idx="405">TRK_0406</cx:pt>
          <cx:pt idx="406">TRK_0407</cx:pt>
          <cx:pt idx="407">TRK_0408</cx:pt>
          <cx:pt idx="408">TRK_0409</cx:pt>
          <cx:pt idx="409">TRK_0410</cx:pt>
          <cx:pt idx="410">TRK_0411</cx:pt>
          <cx:pt idx="411">TRK_0412</cx:pt>
          <cx:pt idx="412">TRK_0413</cx:pt>
          <cx:pt idx="413">TRK_0414</cx:pt>
          <cx:pt idx="414">TRK_0415</cx:pt>
          <cx:pt idx="415">TRK_0416</cx:pt>
          <cx:pt idx="416">TRK_0417</cx:pt>
          <cx:pt idx="417">TRK_0418</cx:pt>
          <cx:pt idx="418">TRK_0419</cx:pt>
          <cx:pt idx="419">TRK_0420</cx:pt>
          <cx:pt idx="420">TRK_0421</cx:pt>
          <cx:pt idx="421">TRK_0422</cx:pt>
          <cx:pt idx="422">TRK_0423</cx:pt>
          <cx:pt idx="423">TRK_0424</cx:pt>
          <cx:pt idx="424">TRK_0425</cx:pt>
          <cx:pt idx="425">TRK_0426</cx:pt>
          <cx:pt idx="426">TRK_0427</cx:pt>
          <cx:pt idx="427">TRK_0428</cx:pt>
          <cx:pt idx="428">TRK_0429</cx:pt>
          <cx:pt idx="429">TRK_0430</cx:pt>
          <cx:pt idx="430">TRK_0431</cx:pt>
          <cx:pt idx="431">TRK_0432</cx:pt>
          <cx:pt idx="432">TRK_0433</cx:pt>
          <cx:pt idx="433">TRK_0434</cx:pt>
          <cx:pt idx="434">TRK_0435</cx:pt>
          <cx:pt idx="435">TRK_0436</cx:pt>
          <cx:pt idx="436">TRK_0437</cx:pt>
          <cx:pt idx="437">TRK_0438</cx:pt>
          <cx:pt idx="438">TRK_0439</cx:pt>
          <cx:pt idx="439">TRK_0440</cx:pt>
          <cx:pt idx="440">TRK_0441</cx:pt>
          <cx:pt idx="441">TRK_0442</cx:pt>
          <cx:pt idx="442">TRK_0443</cx:pt>
          <cx:pt idx="443">TRK_0444</cx:pt>
          <cx:pt idx="444">TRK_0445</cx:pt>
          <cx:pt idx="445">TRK_0446</cx:pt>
          <cx:pt idx="446">TRK_0447</cx:pt>
          <cx:pt idx="447">TRK_0448</cx:pt>
          <cx:pt idx="448">TRK_0449</cx:pt>
          <cx:pt idx="449">TRK_0450</cx:pt>
          <cx:pt idx="450">TRK_0451</cx:pt>
          <cx:pt idx="451">TRK_0452</cx:pt>
          <cx:pt idx="452">TRK_0453</cx:pt>
          <cx:pt idx="453">TRK_0454</cx:pt>
          <cx:pt idx="454">TRK_0455</cx:pt>
          <cx:pt idx="455">TRK_0456</cx:pt>
          <cx:pt idx="456">TRK_0457</cx:pt>
          <cx:pt idx="457">TRK_0458</cx:pt>
          <cx:pt idx="458">TRK_0459</cx:pt>
          <cx:pt idx="459">TRK_0460</cx:pt>
          <cx:pt idx="460">TRK_0461</cx:pt>
          <cx:pt idx="461">TRK_0462</cx:pt>
          <cx:pt idx="462">TRK_0463</cx:pt>
          <cx:pt idx="463">TRK_0464</cx:pt>
          <cx:pt idx="464">TRK_0465</cx:pt>
          <cx:pt idx="465">TRK_0466</cx:pt>
          <cx:pt idx="466">TRK_0467</cx:pt>
          <cx:pt idx="467">TRK_0468</cx:pt>
          <cx:pt idx="468">TRK_0469</cx:pt>
          <cx:pt idx="469">TRK_0470</cx:pt>
          <cx:pt idx="470">TRK_0471</cx:pt>
          <cx:pt idx="471">TRK_0472</cx:pt>
          <cx:pt idx="472">TRK_0473</cx:pt>
          <cx:pt idx="473">TRK_0474</cx:pt>
          <cx:pt idx="474">TRK_0475</cx:pt>
          <cx:pt idx="475">TRK_0476</cx:pt>
          <cx:pt idx="476">TRK_0477</cx:pt>
          <cx:pt idx="477">TRK_0478</cx:pt>
          <cx:pt idx="478">TRK_0479</cx:pt>
          <cx:pt idx="479">TRK_0480</cx:pt>
          <cx:pt idx="480">TRK_0481</cx:pt>
          <cx:pt idx="481">TRK_0482</cx:pt>
          <cx:pt idx="482">TRK_0483</cx:pt>
          <cx:pt idx="483">TRK_0484</cx:pt>
          <cx:pt idx="484">TRK_0485</cx:pt>
          <cx:pt idx="485">TRK_0486</cx:pt>
          <cx:pt idx="486">TRK_0487</cx:pt>
          <cx:pt idx="487">TRK_0488</cx:pt>
          <cx:pt idx="488">TRK_0489</cx:pt>
          <cx:pt idx="489">TRK_0490</cx:pt>
          <cx:pt idx="490">TRK_0491</cx:pt>
          <cx:pt idx="491">TRK_0492</cx:pt>
          <cx:pt idx="492">TRK_0493</cx:pt>
          <cx:pt idx="493">TRK_0494</cx:pt>
          <cx:pt idx="494">TRK_0495</cx:pt>
          <cx:pt idx="495">TRK_0496</cx:pt>
          <cx:pt idx="496">TRK_0497</cx:pt>
          <cx:pt idx="497">TRK_0498</cx:pt>
          <cx:pt idx="498">TRK_0499</cx:pt>
          <cx:pt idx="499">TRK_0500</cx:pt>
          <cx:pt idx="500">TRK_0501</cx:pt>
          <cx:pt idx="501">TRK_0502</cx:pt>
          <cx:pt idx="502">TRK_0503</cx:pt>
          <cx:pt idx="503">TRK_0504</cx:pt>
          <cx:pt idx="504">TRK_0505</cx:pt>
          <cx:pt idx="505">TRK_0506</cx:pt>
          <cx:pt idx="506">TRK_0507</cx:pt>
          <cx:pt idx="507">TRK_0508</cx:pt>
          <cx:pt idx="508">TRK_0509</cx:pt>
          <cx:pt idx="509">TRK_0510</cx:pt>
          <cx:pt idx="510">TRK_0511</cx:pt>
          <cx:pt idx="511">TRK_0512</cx:pt>
          <cx:pt idx="512">TRK_0513</cx:pt>
          <cx:pt idx="513">TRK_0514</cx:pt>
          <cx:pt idx="514">TRK_0515</cx:pt>
          <cx:pt idx="515">TRK_0516</cx:pt>
          <cx:pt idx="516">TRK_0517</cx:pt>
          <cx:pt idx="517">TRK_0518</cx:pt>
          <cx:pt idx="518">TRK_0519</cx:pt>
          <cx:pt idx="519">TRK_0520</cx:pt>
          <cx:pt idx="520">TRK_0521</cx:pt>
          <cx:pt idx="521">TRK_0522</cx:pt>
          <cx:pt idx="522">TRK_0523</cx:pt>
          <cx:pt idx="523">TRK_0524</cx:pt>
          <cx:pt idx="524">TRK_0525</cx:pt>
          <cx:pt idx="525">TRK_0526</cx:pt>
          <cx:pt idx="526">TRK_0527</cx:pt>
          <cx:pt idx="527">TRK_0528</cx:pt>
          <cx:pt idx="528">TRK_0529</cx:pt>
          <cx:pt idx="529">TRK_0530</cx:pt>
          <cx:pt idx="530">TRK_0531</cx:pt>
          <cx:pt idx="531">TRK_0532</cx:pt>
          <cx:pt idx="532">TRK_0533</cx:pt>
          <cx:pt idx="533">TRK_0534</cx:pt>
          <cx:pt idx="534">TRK_0535</cx:pt>
          <cx:pt idx="535">TRK_0536</cx:pt>
          <cx:pt idx="536">TRK_0537</cx:pt>
          <cx:pt idx="537">TRK_0538</cx:pt>
          <cx:pt idx="538">TRK_0539</cx:pt>
          <cx:pt idx="539">TRK_0540</cx:pt>
          <cx:pt idx="540">TRK_0541</cx:pt>
          <cx:pt idx="541">TRK_0542</cx:pt>
          <cx:pt idx="542">TRK_0543</cx:pt>
          <cx:pt idx="543">TRK_0544</cx:pt>
          <cx:pt idx="544">TRK_0545</cx:pt>
          <cx:pt idx="545">TRK_0546</cx:pt>
          <cx:pt idx="546">TRK_0547</cx:pt>
          <cx:pt idx="547">TRK_0548</cx:pt>
          <cx:pt idx="548">TRK_0549</cx:pt>
          <cx:pt idx="549">TRK_0550</cx:pt>
          <cx:pt idx="550">TRK_0551</cx:pt>
          <cx:pt idx="551">TRK_0552</cx:pt>
          <cx:pt idx="552">TRK_0553</cx:pt>
          <cx:pt idx="553">TRK_0554</cx:pt>
          <cx:pt idx="554">TRK_0555</cx:pt>
          <cx:pt idx="555">TRK_0556</cx:pt>
          <cx:pt idx="556">TRK_0557</cx:pt>
          <cx:pt idx="557">TRK_0558</cx:pt>
          <cx:pt idx="558">TRK_0559</cx:pt>
          <cx:pt idx="559">TRK_0560</cx:pt>
          <cx:pt idx="560">TRK_0561</cx:pt>
          <cx:pt idx="561">TRK_0562</cx:pt>
          <cx:pt idx="562">TRK_0563</cx:pt>
          <cx:pt idx="563">TRK_0564</cx:pt>
          <cx:pt idx="564">TRK_0565</cx:pt>
          <cx:pt idx="565">TRK_0566</cx:pt>
          <cx:pt idx="566">TRK_0567</cx:pt>
          <cx:pt idx="567">TRK_0568</cx:pt>
          <cx:pt idx="568">TRK_0569</cx:pt>
          <cx:pt idx="569">TRK_0570</cx:pt>
          <cx:pt idx="570">TRK_0571</cx:pt>
          <cx:pt idx="571">TRK_0572</cx:pt>
          <cx:pt idx="572">TRK_0573</cx:pt>
          <cx:pt idx="573">TRK_0574</cx:pt>
          <cx:pt idx="574">TRK_0575</cx:pt>
          <cx:pt idx="575">TRK_0576</cx:pt>
          <cx:pt idx="576">TRK_0577</cx:pt>
          <cx:pt idx="577">TRK_0578</cx:pt>
          <cx:pt idx="578">TRK_0579</cx:pt>
          <cx:pt idx="579">TRK_0580</cx:pt>
          <cx:pt idx="580">TRK_0581</cx:pt>
          <cx:pt idx="581">TRK_0582</cx:pt>
          <cx:pt idx="582">TRK_0583</cx:pt>
          <cx:pt idx="583">TRK_0584</cx:pt>
          <cx:pt idx="584">TRK_0585</cx:pt>
          <cx:pt idx="585">TRK_0586</cx:pt>
          <cx:pt idx="586">TRK_0587</cx:pt>
          <cx:pt idx="587">TRK_0588</cx:pt>
          <cx:pt idx="588">TRK_0589</cx:pt>
          <cx:pt idx="589">TRK_0590</cx:pt>
          <cx:pt idx="590">TRK_0591</cx:pt>
          <cx:pt idx="591">TRK_0592</cx:pt>
          <cx:pt idx="592">TRK_0593</cx:pt>
          <cx:pt idx="593">TRK_0594</cx:pt>
          <cx:pt idx="594">TRK_0595</cx:pt>
          <cx:pt idx="595">TRK_0596</cx:pt>
          <cx:pt idx="596">TRK_0597</cx:pt>
          <cx:pt idx="597">TRK_0598</cx:pt>
          <cx:pt idx="598">TRK_0599</cx:pt>
          <cx:pt idx="599">TRK_0600</cx:pt>
          <cx:pt idx="600">TRK_0601</cx:pt>
          <cx:pt idx="601">TRK_0602</cx:pt>
          <cx:pt idx="602">TRK_0603</cx:pt>
          <cx:pt idx="603">TRK_0604</cx:pt>
          <cx:pt idx="604">TRK_0605</cx:pt>
          <cx:pt idx="605">TRK_0606</cx:pt>
          <cx:pt idx="606">TRK_0607</cx:pt>
          <cx:pt idx="607">TRK_0608</cx:pt>
          <cx:pt idx="608">TRK_0609</cx:pt>
          <cx:pt idx="609">TRK_0610</cx:pt>
          <cx:pt idx="610">TRK_0611</cx:pt>
          <cx:pt idx="611">TRK_0612</cx:pt>
          <cx:pt idx="612">TRK_0613</cx:pt>
          <cx:pt idx="613">TRK_0614</cx:pt>
          <cx:pt idx="614">TRK_0615</cx:pt>
          <cx:pt idx="615">TRK_0616</cx:pt>
          <cx:pt idx="616">TRK_0617</cx:pt>
          <cx:pt idx="617">TRK_0618</cx:pt>
          <cx:pt idx="618">TRK_0619</cx:pt>
          <cx:pt idx="619">TRK_0620</cx:pt>
          <cx:pt idx="620">TRK_0621</cx:pt>
          <cx:pt idx="621">TRK_0622</cx:pt>
          <cx:pt idx="622">TRK_0623</cx:pt>
          <cx:pt idx="623">TRK_0624</cx:pt>
          <cx:pt idx="624">TRK_0625</cx:pt>
          <cx:pt idx="625">TRK_0626</cx:pt>
          <cx:pt idx="626">TRK_0627</cx:pt>
          <cx:pt idx="627">TRK_0628</cx:pt>
          <cx:pt idx="628">TRK_0629</cx:pt>
          <cx:pt idx="629">TRK_0630</cx:pt>
          <cx:pt idx="630">TRK_0631</cx:pt>
          <cx:pt idx="631">TRK_0632</cx:pt>
          <cx:pt idx="632">TRK_0633</cx:pt>
          <cx:pt idx="633">TRK_0634</cx:pt>
          <cx:pt idx="634">TRK_0635</cx:pt>
          <cx:pt idx="635">TRK_0636</cx:pt>
          <cx:pt idx="636">TRK_0637</cx:pt>
          <cx:pt idx="637">TRK_0638</cx:pt>
          <cx:pt idx="638">TRK_0639</cx:pt>
          <cx:pt idx="639">TRK_0640</cx:pt>
          <cx:pt idx="640">TRK_0641</cx:pt>
          <cx:pt idx="641">TRK_0642</cx:pt>
          <cx:pt idx="642">TRK_0643</cx:pt>
          <cx:pt idx="643">TRK_0644</cx:pt>
          <cx:pt idx="644">TRK_0645</cx:pt>
          <cx:pt idx="645">TRK_0646</cx:pt>
          <cx:pt idx="646">TRK_0647</cx:pt>
          <cx:pt idx="647">TRK_0648</cx:pt>
          <cx:pt idx="648">TRK_0649</cx:pt>
          <cx:pt idx="649">TRK_0650</cx:pt>
          <cx:pt idx="650">TRK_0651</cx:pt>
          <cx:pt idx="651">TRK_0652</cx:pt>
          <cx:pt idx="652">TRK_0653</cx:pt>
          <cx:pt idx="653">TRK_0654</cx:pt>
          <cx:pt idx="654">TRK_0655</cx:pt>
          <cx:pt idx="655">TRK_0656</cx:pt>
          <cx:pt idx="656">TRK_0657</cx:pt>
          <cx:pt idx="657">TRK_0658</cx:pt>
          <cx:pt idx="658">TRK_0659</cx:pt>
          <cx:pt idx="659">TRK_0660</cx:pt>
          <cx:pt idx="660">TRK_0661</cx:pt>
          <cx:pt idx="661">TRK_0662</cx:pt>
          <cx:pt idx="662">TRK_0663</cx:pt>
          <cx:pt idx="663">TRK_0664</cx:pt>
          <cx:pt idx="664">TRK_0665</cx:pt>
          <cx:pt idx="665">TRK_0666</cx:pt>
          <cx:pt idx="666">TRK_0667</cx:pt>
          <cx:pt idx="667">TRK_0668</cx:pt>
          <cx:pt idx="668">TRK_0669</cx:pt>
          <cx:pt idx="669">TRK_0670</cx:pt>
          <cx:pt idx="670">TRK_0671</cx:pt>
          <cx:pt idx="671">TRK_0672</cx:pt>
          <cx:pt idx="672">TRK_0673</cx:pt>
          <cx:pt idx="673">TRK_0674</cx:pt>
          <cx:pt idx="674">TRK_0675</cx:pt>
          <cx:pt idx="675">TRK_0676</cx:pt>
          <cx:pt idx="676">TRK_0677</cx:pt>
          <cx:pt idx="677">TRK_0678</cx:pt>
          <cx:pt idx="678">TRK_0679</cx:pt>
          <cx:pt idx="679">TRK_0680</cx:pt>
          <cx:pt idx="680">TRK_0681</cx:pt>
          <cx:pt idx="681">TRK_0682</cx:pt>
          <cx:pt idx="682">TRK_0683</cx:pt>
          <cx:pt idx="683">TRK_0684</cx:pt>
          <cx:pt idx="684">TRK_0685</cx:pt>
          <cx:pt idx="685">TRK_0686</cx:pt>
          <cx:pt idx="686">TRK_0687</cx:pt>
          <cx:pt idx="687">TRK_0688</cx:pt>
          <cx:pt idx="688">TRK_0689</cx:pt>
          <cx:pt idx="689">TRK_0690</cx:pt>
          <cx:pt idx="690">TRK_0691</cx:pt>
          <cx:pt idx="691">TRK_0692</cx:pt>
          <cx:pt idx="692">TRK_0693</cx:pt>
          <cx:pt idx="693">TRK_0694</cx:pt>
          <cx:pt idx="694">TRK_0695</cx:pt>
          <cx:pt idx="695">TRK_0696</cx:pt>
          <cx:pt idx="696">TRK_0697</cx:pt>
          <cx:pt idx="697">TRK_0698</cx:pt>
          <cx:pt idx="698">TRK_0699</cx:pt>
          <cx:pt idx="699">TRK_0700</cx:pt>
          <cx:pt idx="700">TRK_0701</cx:pt>
          <cx:pt idx="701">TRK_0702</cx:pt>
          <cx:pt idx="702">TRK_0703</cx:pt>
          <cx:pt idx="703">TRK_0704</cx:pt>
          <cx:pt idx="704">TRK_0705</cx:pt>
          <cx:pt idx="705">TRK_0706</cx:pt>
          <cx:pt idx="706">TRK_0707</cx:pt>
          <cx:pt idx="707">TRK_0708</cx:pt>
          <cx:pt idx="708">TRK_0709</cx:pt>
          <cx:pt idx="709">TRK_0710</cx:pt>
          <cx:pt idx="710">TRK_0711</cx:pt>
          <cx:pt idx="711">TRK_0712</cx:pt>
          <cx:pt idx="712">TRK_0713</cx:pt>
          <cx:pt idx="713">TRK_0714</cx:pt>
          <cx:pt idx="714">TRK_0715</cx:pt>
          <cx:pt idx="715">TRK_0716</cx:pt>
          <cx:pt idx="716">TRK_0717</cx:pt>
          <cx:pt idx="717">TRK_0718</cx:pt>
          <cx:pt idx="718">TRK_0719</cx:pt>
          <cx:pt idx="719">TRK_0720</cx:pt>
          <cx:pt idx="720">TRK_0721</cx:pt>
          <cx:pt idx="721">TRK_0722</cx:pt>
          <cx:pt idx="722">TRK_0723</cx:pt>
          <cx:pt idx="723">TRK_0724</cx:pt>
          <cx:pt idx="724">TRK_0725</cx:pt>
          <cx:pt idx="725">TRK_0726</cx:pt>
          <cx:pt idx="726">TRK_0727</cx:pt>
          <cx:pt idx="727">TRK_0728</cx:pt>
          <cx:pt idx="728">TRK_0729</cx:pt>
          <cx:pt idx="729">TRK_0730</cx:pt>
          <cx:pt idx="730">TRK_0731</cx:pt>
          <cx:pt idx="731">TRK_0732</cx:pt>
          <cx:pt idx="732">TRK_0733</cx:pt>
          <cx:pt idx="733">TRK_0734</cx:pt>
          <cx:pt idx="734">TRK_0735</cx:pt>
          <cx:pt idx="735">TRK_0736</cx:pt>
          <cx:pt idx="736">TRK_0737</cx:pt>
          <cx:pt idx="737">TRK_0738</cx:pt>
          <cx:pt idx="738">TRK_0739</cx:pt>
          <cx:pt idx="739">TRK_0740</cx:pt>
          <cx:pt idx="740">TRK_0741</cx:pt>
          <cx:pt idx="741">TRK_0742</cx:pt>
          <cx:pt idx="742">TRK_0743</cx:pt>
          <cx:pt idx="743">TRK_0744</cx:pt>
          <cx:pt idx="744">TRK_0745</cx:pt>
          <cx:pt idx="745">TRK_0746</cx:pt>
          <cx:pt idx="746">TRK_0747</cx:pt>
          <cx:pt idx="747">TRK_0748</cx:pt>
          <cx:pt idx="748">TRK_0749</cx:pt>
          <cx:pt idx="749">TRK_0750</cx:pt>
          <cx:pt idx="750">TRK_0751</cx:pt>
          <cx:pt idx="751">TRK_0752</cx:pt>
          <cx:pt idx="752">TRK_0753</cx:pt>
          <cx:pt idx="753">TRK_0754</cx:pt>
          <cx:pt idx="754">TRK_0755</cx:pt>
          <cx:pt idx="755">TRK_0756</cx:pt>
          <cx:pt idx="756">TRK_0757</cx:pt>
          <cx:pt idx="757">TRK_0758</cx:pt>
          <cx:pt idx="758">TRK_0759</cx:pt>
          <cx:pt idx="759">TRK_0760</cx:pt>
          <cx:pt idx="760">TRK_0761</cx:pt>
          <cx:pt idx="761">TRK_0762</cx:pt>
          <cx:pt idx="762">TRK_0763</cx:pt>
          <cx:pt idx="763">TRK_0764</cx:pt>
          <cx:pt idx="764">TRK_0765</cx:pt>
          <cx:pt idx="765">TRK_0766</cx:pt>
          <cx:pt idx="766">TRK_0767</cx:pt>
          <cx:pt idx="767">TRK_0768</cx:pt>
          <cx:pt idx="768">TRK_0769</cx:pt>
          <cx:pt idx="769">TRK_0770</cx:pt>
          <cx:pt idx="770">TRK_0771</cx:pt>
          <cx:pt idx="771">TRK_0772</cx:pt>
          <cx:pt idx="772">TRK_0773</cx:pt>
          <cx:pt idx="773">TRK_0774</cx:pt>
          <cx:pt idx="774">TRK_0775</cx:pt>
          <cx:pt idx="775">TRK_0776</cx:pt>
          <cx:pt idx="776">TRK_0777</cx:pt>
          <cx:pt idx="777">TRK_0778</cx:pt>
          <cx:pt idx="778">TRK_0779</cx:pt>
          <cx:pt idx="779">TRK_0780</cx:pt>
          <cx:pt idx="780">TRK_0781</cx:pt>
          <cx:pt idx="781">TRK_0782</cx:pt>
          <cx:pt idx="782">TRK_0783</cx:pt>
          <cx:pt idx="783">TRK_0784</cx:pt>
          <cx:pt idx="784">TRK_0785</cx:pt>
          <cx:pt idx="785">TRK_0786</cx:pt>
          <cx:pt idx="786">TRK_0787</cx:pt>
          <cx:pt idx="787">TRK_0788</cx:pt>
          <cx:pt idx="788">TRK_0789</cx:pt>
          <cx:pt idx="789">TRK_0790</cx:pt>
          <cx:pt idx="790">TRK_0791</cx:pt>
          <cx:pt idx="791">TRK_0792</cx:pt>
          <cx:pt idx="792">TRK_0793</cx:pt>
          <cx:pt idx="793">TRK_0794</cx:pt>
          <cx:pt idx="794">TRK_0795</cx:pt>
          <cx:pt idx="795">TRK_0796</cx:pt>
          <cx:pt idx="796">TRK_0797</cx:pt>
          <cx:pt idx="797">TRK_0798</cx:pt>
          <cx:pt idx="798">TRK_0799</cx:pt>
          <cx:pt idx="799">TRK_0800</cx:pt>
          <cx:pt idx="800">TRK_0801</cx:pt>
          <cx:pt idx="801">TRK_0802</cx:pt>
          <cx:pt idx="802">TRK_0803</cx:pt>
          <cx:pt idx="803">TRK_0804</cx:pt>
          <cx:pt idx="804">TRK_0805</cx:pt>
          <cx:pt idx="805">TRK_0806</cx:pt>
          <cx:pt idx="806">TRK_0807</cx:pt>
          <cx:pt idx="807">TRK_0808</cx:pt>
          <cx:pt idx="808">TRK_0809</cx:pt>
          <cx:pt idx="809">TRK_0810</cx:pt>
          <cx:pt idx="810">TRK_0811</cx:pt>
          <cx:pt idx="811">TRK_0812</cx:pt>
          <cx:pt idx="812">TRK_0813</cx:pt>
          <cx:pt idx="813">TRK_0814</cx:pt>
          <cx:pt idx="814">TRK_0815</cx:pt>
          <cx:pt idx="815">TRK_0816</cx:pt>
          <cx:pt idx="816">TRK_0817</cx:pt>
          <cx:pt idx="817">TRK_0818</cx:pt>
          <cx:pt idx="818">TRK_0819</cx:pt>
          <cx:pt idx="819">TRK_0820</cx:pt>
          <cx:pt idx="820">TRK_0821</cx:pt>
          <cx:pt idx="821">TRK_0822</cx:pt>
          <cx:pt idx="822">TRK_0823</cx:pt>
          <cx:pt idx="823">TRK_0824</cx:pt>
          <cx:pt idx="824">TRK_0825</cx:pt>
          <cx:pt idx="825">TRK_0826</cx:pt>
          <cx:pt idx="826">TRK_0827</cx:pt>
          <cx:pt idx="827">TRK_0828</cx:pt>
          <cx:pt idx="828">TRK_0829</cx:pt>
          <cx:pt idx="829">TRK_0830</cx:pt>
          <cx:pt idx="830">TRK_0831</cx:pt>
          <cx:pt idx="831">TRK_0832</cx:pt>
          <cx:pt idx="832">TRK_0833</cx:pt>
          <cx:pt idx="833">TRK_0834</cx:pt>
          <cx:pt idx="834">TRK_0835</cx:pt>
          <cx:pt idx="835">TRK_0836</cx:pt>
          <cx:pt idx="836">TRK_0837</cx:pt>
          <cx:pt idx="837">TRK_0838</cx:pt>
          <cx:pt idx="838">TRK_0839</cx:pt>
          <cx:pt idx="839">TRK_0840</cx:pt>
          <cx:pt idx="840">TRK_0841</cx:pt>
          <cx:pt idx="841">TRK_0842</cx:pt>
          <cx:pt idx="842">TRK_0843</cx:pt>
          <cx:pt idx="843">TRK_0844</cx:pt>
          <cx:pt idx="844">TRK_0845</cx:pt>
          <cx:pt idx="845">TRK_0846</cx:pt>
          <cx:pt idx="846">TRK_0847</cx:pt>
          <cx:pt idx="847">TRK_0848</cx:pt>
          <cx:pt idx="848">TRK_0849</cx:pt>
          <cx:pt idx="849">TRK_0850</cx:pt>
          <cx:pt idx="850">TRK_0851</cx:pt>
          <cx:pt idx="851">TRK_0852</cx:pt>
          <cx:pt idx="852">TRK_0853</cx:pt>
          <cx:pt idx="853">TRK_0854</cx:pt>
          <cx:pt idx="854">TRK_0855</cx:pt>
          <cx:pt idx="855">TRK_0856</cx:pt>
          <cx:pt idx="856">TRK_0857</cx:pt>
          <cx:pt idx="857">TRK_0858</cx:pt>
          <cx:pt idx="858">TRK_0859</cx:pt>
          <cx:pt idx="859">TRK_0860</cx:pt>
          <cx:pt idx="860">TRK_0861</cx:pt>
          <cx:pt idx="861">TRK_0862</cx:pt>
          <cx:pt idx="862">TRK_0863</cx:pt>
          <cx:pt idx="863">TRK_0864</cx:pt>
          <cx:pt idx="864">TRK_0865</cx:pt>
          <cx:pt idx="865">TRK_0866</cx:pt>
          <cx:pt idx="866">TRK_0867</cx:pt>
          <cx:pt idx="867">TRK_0868</cx:pt>
          <cx:pt idx="868">TRK_0869</cx:pt>
          <cx:pt idx="869">TRK_0870</cx:pt>
          <cx:pt idx="870">TRK_0871</cx:pt>
          <cx:pt idx="871">TRK_0872</cx:pt>
          <cx:pt idx="872">TRK_0873</cx:pt>
          <cx:pt idx="873">TRK_0874</cx:pt>
          <cx:pt idx="874">TRK_0875</cx:pt>
          <cx:pt idx="875">TRK_0876</cx:pt>
          <cx:pt idx="876">TRK_0877</cx:pt>
          <cx:pt idx="877">TRK_0878</cx:pt>
          <cx:pt idx="878">TRK_0879</cx:pt>
          <cx:pt idx="879">TRK_0880</cx:pt>
          <cx:pt idx="880">TRK_0881</cx:pt>
          <cx:pt idx="881">TRK_0882</cx:pt>
          <cx:pt idx="882">TRK_0883</cx:pt>
          <cx:pt idx="883">TRK_0884</cx:pt>
          <cx:pt idx="884">TRK_0885</cx:pt>
          <cx:pt idx="885">TRK_0886</cx:pt>
          <cx:pt idx="886">TRK_0887</cx:pt>
          <cx:pt idx="887">TRK_0888</cx:pt>
          <cx:pt idx="888">TRK_0889</cx:pt>
          <cx:pt idx="889">TRK_0890</cx:pt>
          <cx:pt idx="890">TRK_0891</cx:pt>
          <cx:pt idx="891">TRK_0892</cx:pt>
          <cx:pt idx="892">TRK_0893</cx:pt>
          <cx:pt idx="893">TRK_0894</cx:pt>
          <cx:pt idx="894">TRK_0895</cx:pt>
          <cx:pt idx="895">TRK_0896</cx:pt>
          <cx:pt idx="896">TRK_0897</cx:pt>
          <cx:pt idx="897">TRK_0898</cx:pt>
          <cx:pt idx="898">TRK_0899</cx:pt>
          <cx:pt idx="899">TRK_0900</cx:pt>
          <cx:pt idx="900">TRK_0901</cx:pt>
          <cx:pt idx="901">TRK_0902</cx:pt>
          <cx:pt idx="902">TRK_0903</cx:pt>
          <cx:pt idx="903">TRK_0904</cx:pt>
          <cx:pt idx="904">TRK_0905</cx:pt>
          <cx:pt idx="905">TRK_0906</cx:pt>
          <cx:pt idx="906">TRK_0907</cx:pt>
          <cx:pt idx="907">TRK_0908</cx:pt>
          <cx:pt idx="908">TRK_0909</cx:pt>
          <cx:pt idx="909">TRK_0910</cx:pt>
          <cx:pt idx="910">TRK_0911</cx:pt>
          <cx:pt idx="911">TRK_0912</cx:pt>
          <cx:pt idx="912">TRK_0913</cx:pt>
          <cx:pt idx="913">TRK_0914</cx:pt>
          <cx:pt idx="914">TRK_0915</cx:pt>
          <cx:pt idx="915">TRK_0916</cx:pt>
          <cx:pt idx="916">TRK_0917</cx:pt>
          <cx:pt idx="917">TRK_0918</cx:pt>
          <cx:pt idx="918">TRK_0919</cx:pt>
          <cx:pt idx="919">TRK_0920</cx:pt>
          <cx:pt idx="920">TRK_0921</cx:pt>
          <cx:pt idx="921">TRK_0922</cx:pt>
          <cx:pt idx="922">TRK_0923</cx:pt>
          <cx:pt idx="923">TRK_0924</cx:pt>
          <cx:pt idx="924">TRK_0925</cx:pt>
          <cx:pt idx="925">TRK_0926</cx:pt>
          <cx:pt idx="926">TRK_0927</cx:pt>
          <cx:pt idx="927">TRK_0928</cx:pt>
          <cx:pt idx="928">TRK_0929</cx:pt>
          <cx:pt idx="929">TRK_0930</cx:pt>
          <cx:pt idx="930">TRK_0931</cx:pt>
          <cx:pt idx="931">TRK_0932</cx:pt>
          <cx:pt idx="932">TRK_0933</cx:pt>
          <cx:pt idx="933">TRK_0934</cx:pt>
          <cx:pt idx="934">TRK_0935</cx:pt>
          <cx:pt idx="935">TRK_0936</cx:pt>
          <cx:pt idx="936">TRK_0937</cx:pt>
          <cx:pt idx="937">TRK_0938</cx:pt>
          <cx:pt idx="938">TRK_0939</cx:pt>
          <cx:pt idx="939">TRK_0940</cx:pt>
          <cx:pt idx="940">TRK_0941</cx:pt>
          <cx:pt idx="941">TRK_0942</cx:pt>
          <cx:pt idx="942">TRK_0943</cx:pt>
          <cx:pt idx="943">TRK_0944</cx:pt>
          <cx:pt idx="944">TRK_0945</cx:pt>
          <cx:pt idx="945">TRK_0946</cx:pt>
          <cx:pt idx="946">TRK_0947</cx:pt>
          <cx:pt idx="947">TRK_0948</cx:pt>
          <cx:pt idx="948">TRK_0949</cx:pt>
          <cx:pt idx="949">TRK_0950</cx:pt>
          <cx:pt idx="950">TRK_0951</cx:pt>
          <cx:pt idx="951">TRK_0952</cx:pt>
          <cx:pt idx="952">TRK_0953</cx:pt>
          <cx:pt idx="953">TRK_0954</cx:pt>
          <cx:pt idx="954">TRK_0955</cx:pt>
          <cx:pt idx="955">TRK_0956</cx:pt>
          <cx:pt idx="956">TRK_0957</cx:pt>
          <cx:pt idx="957">TRK_0958</cx:pt>
          <cx:pt idx="958">TRK_0959</cx:pt>
          <cx:pt idx="959">TRK_0960</cx:pt>
          <cx:pt idx="960">TRK_0961</cx:pt>
          <cx:pt idx="961">TRK_0962</cx:pt>
          <cx:pt idx="962">TRK_0963</cx:pt>
          <cx:pt idx="963">TRK_0964</cx:pt>
          <cx:pt idx="964">TRK_0965</cx:pt>
          <cx:pt idx="965">TRK_0966</cx:pt>
          <cx:pt idx="966">TRK_0967</cx:pt>
          <cx:pt idx="967">TRK_0968</cx:pt>
          <cx:pt idx="968">TRK_0969</cx:pt>
          <cx:pt idx="969">TRK_0970</cx:pt>
          <cx:pt idx="970">TRK_0971</cx:pt>
          <cx:pt idx="971">TRK_0972</cx:pt>
          <cx:pt idx="972">TRK_0973</cx:pt>
          <cx:pt idx="973">TRK_0974</cx:pt>
          <cx:pt idx="974">TRK_0975</cx:pt>
          <cx:pt idx="975">TRK_0976</cx:pt>
          <cx:pt idx="976">TRK_0977</cx:pt>
          <cx:pt idx="977">TRK_0978</cx:pt>
          <cx:pt idx="978">TRK_0979</cx:pt>
          <cx:pt idx="979">TRK_0980</cx:pt>
          <cx:pt idx="980">TRK_0981</cx:pt>
          <cx:pt idx="981">TRK_0982</cx:pt>
          <cx:pt idx="982">TRK_0983</cx:pt>
          <cx:pt idx="983">TRK_0984</cx:pt>
          <cx:pt idx="984">TRK_0985</cx:pt>
          <cx:pt idx="985">TRK_0986</cx:pt>
          <cx:pt idx="986">TRK_0987</cx:pt>
          <cx:pt idx="987">TRK_0988</cx:pt>
          <cx:pt idx="988">TRK_0989</cx:pt>
          <cx:pt idx="989">TRK_0990</cx:pt>
          <cx:pt idx="990">TRK_0991</cx:pt>
          <cx:pt idx="991">TRK_0992</cx:pt>
          <cx:pt idx="992">TRK_0993</cx:pt>
          <cx:pt idx="993">TRK_0994</cx:pt>
          <cx:pt idx="994">TRK_0995</cx:pt>
          <cx:pt idx="995">TRK_0996</cx:pt>
          <cx:pt idx="996">TRK_0997</cx:pt>
          <cx:pt idx="997">TRK_0998</cx:pt>
          <cx:pt idx="998">TRK_0999</cx:pt>
          <cx:pt idx="999">TRK_1000</cx:pt>
        </cx:lvl>
      </cx:strDim>
      <cx:numDim type="val">
        <cx:f>'12'!$C$2:$C$1001</cx:f>
        <cx:lvl ptCount="1000" formatCode="dd-mm-yyyy\ h.mm">
          <cx:pt idx="0">45854.304861111108</cx:pt>
          <cx:pt idx="1">45874.55972222222</cx:pt>
          <cx:pt idx="2">45852.445138888892</cx:pt>
          <cx:pt idx="3">45885.252083333333</cx:pt>
          <cx:pt idx="4">45890.781944444447</cx:pt>
          <cx:pt idx="5">45858.009027777778</cx:pt>
          <cx:pt idx="6">45883.822916666664</cx:pt>
          <cx:pt idx="7">45863.606944444444</cx:pt>
          <cx:pt idx="8">45895.645138888889</cx:pt>
          <cx:pt idx="9">45862.43472222222</cx:pt>
          <cx:pt idx="10">45855.749305555553</cx:pt>
          <cx:pt idx="11">45851.426388888889</cx:pt>
          <cx:pt idx="12">45880.88958333333</cx:pt>
          <cx:pt idx="13">45849.993055555555</cx:pt>
          <cx:pt idx="14">45897.736805555556</cx:pt>
          <cx:pt idx="15">45899.877083333333</cx:pt>
          <cx:pt idx="16">45843.92291666667</cx:pt>
          <cx:pt idx="17">45878.862500000003</cx:pt>
          <cx:pt idx="18">45839.732638888891</cx:pt>
          <cx:pt idx="19">45857.022222222222</cx:pt>
          <cx:pt idx="20">45897.147916666669</cx:pt>
          <cx:pt idx="21">45856.503472222219</cx:pt>
          <cx:pt idx="22">45883.304861111108</cx:pt>
          <cx:pt idx="23">45864.51666666667</cx:pt>
          <cx:pt idx="24">45870.570138888892</cx:pt>
          <cx:pt idx="25">45897.051388888889</cx:pt>
          <cx:pt idx="26">45841.113194444442</cx:pt>
          <cx:pt idx="27">45850.417361111111</cx:pt>
          <cx:pt idx="28">45858.23333333333</cx:pt>
          <cx:pt idx="29">45863.963888888888</cx:pt>
          <cx:pt idx="30">45842.143750000003</cx:pt>
          <cx:pt idx="31">45877.53402777778</cx:pt>
          <cx:pt idx="32">45853.482638888891</cx:pt>
          <cx:pt idx="33">45881.503472222219</cx:pt>
          <cx:pt idx="34">45844.339583333334</cx:pt>
          <cx:pt idx="35">45862.128472222219</cx:pt>
          <cx:pt idx="36">45845.170138888891</cx:pt>
          <cx:pt idx="37">45865.125694444447</cx:pt>
          <cx:pt idx="38">45889.454861111109</cx:pt>
          <cx:pt idx="39">45885.747916666667</cx:pt>
          <cx:pt idx="40">45849.89166666667</cx:pt>
          <cx:pt idx="41">45848.090277777781</cx:pt>
          <cx:pt idx="42">45862.34375</cx:pt>
          <cx:pt idx="43">45851.587500000001</cx:pt>
          <cx:pt idx="44">45863.436111111114</cx:pt>
          <cx:pt idx="45">45877.925000000003</cx:pt>
          <cx:pt idx="46">45886.944444444445</cx:pt>
          <cx:pt idx="47">45856.515972222223</cx:pt>
          <cx:pt idx="48">45850.90902777778</cx:pt>
          <cx:pt idx="49">45890.411805555559</cx:pt>
          <cx:pt idx="50">45879.385416666664</cx:pt>
          <cx:pt idx="51">45867.8125</cx:pt>
          <cx:pt idx="52">45841.488888888889</cx:pt>
          <cx:pt idx="53">45845.320833333331</cx:pt>
          <cx:pt idx="54">45887.451388888891</cx:pt>
          <cx:pt idx="55">45871.981249999997</cx:pt>
          <cx:pt idx="56">45862.520138888889</cx:pt>
          <cx:pt idx="57">45840.629166666666</cx:pt>
          <cx:pt idx="58">45858.436805555553</cx:pt>
          <cx:pt idx="59">45869.144444444442</cx:pt>
          <cx:pt idx="60">45858.07708333333</cx:pt>
          <cx:pt idx="61">45882.249305555553</cx:pt>
          <cx:pt idx="62">45874.222916666666</cx:pt>
          <cx:pt idx="63">45850.862500000003</cx:pt>
          <cx:pt idx="64">45866.5</cx:pt>
          <cx:pt idx="65">45875.160416666666</cx:pt>
          <cx:pt idx="66">45851.588194444441</cx:pt>
          <cx:pt idx="67">45877.527083333334</cx:pt>
          <cx:pt idx="68">45878.244444444441</cx:pt>
          <cx:pt idx="69">45844.880555555559</cx:pt>
          <cx:pt idx="70">45862.92291666667</cx:pt>
          <cx:pt idx="71">45866.229861111111</cx:pt>
          <cx:pt idx="72">45870.380555555559</cx:pt>
          <cx:pt idx="73">45894.458333333336</cx:pt>
          <cx:pt idx="74">45880.643055555556</cx:pt>
          <cx:pt idx="75">45844.750694444447</cx:pt>
          <cx:pt idx="76">45856.31527777778</cx:pt>
          <cx:pt idx="77">45874.671527777777</cx:pt>
          <cx:pt idx="78">45891.074999999997</cx:pt>
          <cx:pt idx="79">45845.995138888888</cx:pt>
          <cx:pt idx="80">45855.496527777781</cx:pt>
          <cx:pt idx="81">45852.984027777777</cx:pt>
          <cx:pt idx="82">45847.286111111112</cx:pt>
          <cx:pt idx="83">45856.81527777778</cx:pt>
          <cx:pt idx="84">45856.706250000003</cx:pt>
          <cx:pt idx="85">45856.838888888888</cx:pt>
          <cx:pt idx="86">45884.453472222223</cx:pt>
          <cx:pt idx="87">45875.845138888886</cx:pt>
          <cx:pt idx="88">45864.699305555558</cx:pt>
          <cx:pt idx="89">45876.038194444445</cx:pt>
          <cx:pt idx="90">45893.118055555555</cx:pt>
          <cx:pt idx="91">45856.453472222223</cx:pt>
          <cx:pt idx="92">45893.659722222219</cx:pt>
          <cx:pt idx="93">45879.584027777775</cx:pt>
          <cx:pt idx="94">45839.550000000003</cx:pt>
          <cx:pt idx="95">45894.336805555555</cx:pt>
          <cx:pt idx="96">45842.527777777781</cx:pt>
          <cx:pt idx="97">45884.125</cx:pt>
          <cx:pt idx="98">45872.894444444442</cx:pt>
          <cx:pt idx="99">45883.1875</cx:pt>
          <cx:pt idx="100">45859.49722222222</cx:pt>
          <cx:pt idx="101">45872.75</cx:pt>
          <cx:pt idx="102">45879.964583333334</cx:pt>
          <cx:pt idx="103">45896.130555555559</cx:pt>
          <cx:pt idx="104">45859.177083333336</cx:pt>
          <cx:pt idx="105">45877.984722222223</cx:pt>
          <cx:pt idx="106">45872.813888888886</cx:pt>
          <cx:pt idx="107">45870.504861111112</cx:pt>
          <cx:pt idx="108">45862.422222222223</cx:pt>
          <cx:pt idx="109">45873.882638888892</cx:pt>
          <cx:pt idx="110">45843.011111111111</cx:pt>
          <cx:pt idx="111">45879.938888888886</cx:pt>
          <cx:pt idx="112">45879.731944444444</cx:pt>
          <cx:pt idx="113">45871.285416666666</cx:pt>
          <cx:pt idx="114">45858.935416666667</cx:pt>
          <cx:pt idx="115">45844.546527777777</cx:pt>
          <cx:pt idx="116">45846.03125</cx:pt>
          <cx:pt idx="117">45872.701388888891</cx:pt>
          <cx:pt idx="118">45847.992361111108</cx:pt>
          <cx:pt idx="119">45890.553472222222</cx:pt>
          <cx:pt idx="120">45868.682638888888</cx:pt>
          <cx:pt idx="121">45849.367361111108</cx:pt>
          <cx:pt idx="122">45839.07916666667</cx:pt>
          <cx:pt idx="123">45862.540277777778</cx:pt>
          <cx:pt idx="124">45853.427083333336</cx:pt>
          <cx:pt idx="125">45875.463194444441</cx:pt>
          <cx:pt idx="126">45841.50277777778</cx:pt>
          <cx:pt idx="127">45844.728472222225</cx:pt>
          <cx:pt idx="128">45886.802083333336</cx:pt>
          <cx:pt idx="129">45887.29791666667</cx:pt>
          <cx:pt idx="130">45861.870138888888</cx:pt>
          <cx:pt idx="131">45893.990277777775</cx:pt>
          <cx:pt idx="132">45870.04791666667</cx:pt>
          <cx:pt idx="133">45896.68472222222</cx:pt>
          <cx:pt idx="134">45876.147222222222</cx:pt>
          <cx:pt idx="135">45875.060416666667</cx:pt>
          <cx:pt idx="136">45893.457638888889</cx:pt>
          <cx:pt idx="137">45856.294444444444</cx:pt>
          <cx:pt idx="138">45848.131944444445</cx:pt>
          <cx:pt idx="139">45861.269444444442</cx:pt>
          <cx:pt idx="140">45890.888194444444</cx:pt>
          <cx:pt idx="141">45848.114583333336</cx:pt>
          <cx:pt idx="142">45882.386111111111</cx:pt>
          <cx:pt idx="143">45893.607638888891</cx:pt>
          <cx:pt idx="144">45845.171527777777</cx:pt>
          <cx:pt idx="145">45891.515972222223</cx:pt>
          <cx:pt idx="146">45855.084027777775</cx:pt>
          <cx:pt idx="147">45844.421527777777</cx:pt>
          <cx:pt idx="148">45866.975694444445</cx:pt>
          <cx:pt idx="149">45852.220138888886</cx:pt>
          <cx:pt idx="150">45878.320138888892</cx:pt>
          <cx:pt idx="151">45844.349999999999</cx:pt>
          <cx:pt idx="152">45889.01666666667</cx:pt>
          <cx:pt idx="153">45889.640277777777</cx:pt>
          <cx:pt idx="154">45856.209027777775</cx:pt>
          <cx:pt idx="155">45890.647916666669</cx:pt>
          <cx:pt idx="156">45854.885416666664</cx:pt>
          <cx:pt idx="157">45893.515277777777</cx:pt>
          <cx:pt idx="158">45876.45208333333</cx:pt>
          <cx:pt idx="159">45884.931944444441</cx:pt>
          <cx:pt idx="160">45899.286805555559</cx:pt>
          <cx:pt idx="161">45850.626388888886</cx:pt>
          <cx:pt idx="162">45869.01458333333</cx:pt>
          <cx:pt idx="163">45884.248611111114</cx:pt>
          <cx:pt idx="164">45848.78125</cx:pt>
          <cx:pt idx="165">45843.489583333336</cx:pt>
          <cx:pt idx="166">45860.388888888891</cx:pt>
          <cx:pt idx="167">45850.940972222219</cx:pt>
          <cx:pt idx="168">45891.224999999999</cx:pt>
          <cx:pt idx="169">45885.030555555553</cx:pt>
          <cx:pt idx="170">45850.805555555555</cx:pt>
          <cx:pt idx="171">45898.631249999999</cx:pt>
          <cx:pt idx="172">45849.87222222222</cx:pt>
          <cx:pt idx="173">45855.260416666664</cx:pt>
          <cx:pt idx="174">45842.519444444442</cx:pt>
          <cx:pt idx="175">45895.515277777777</cx:pt>
          <cx:pt idx="176">45849.586111111108</cx:pt>
          <cx:pt idx="177">45859.337500000001</cx:pt>
          <cx:pt idx="178">45874.097916666666</cx:pt>
          <cx:pt idx="179">45899.840277777781</cx:pt>
          <cx:pt idx="180">45860.258333333331</cx:pt>
          <cx:pt idx="181">45858.29583333333</cx:pt>
          <cx:pt idx="182">45842.458333333336</cx:pt>
          <cx:pt idx="183">45840.256944444445</cx:pt>
          <cx:pt idx="184">45889.520833333336</cx:pt>
          <cx:pt idx="185">45863.224305555559</cx:pt>
          <cx:pt idx="186">45841.352777777778</cx:pt>
          <cx:pt idx="187">45848.945833333331</cx:pt>
          <cx:pt idx="188">45887.759722222225</cx:pt>
          <cx:pt idx="189">45873.913194444445</cx:pt>
          <cx:pt idx="190">45858.100694444445</cx:pt>
          <cx:pt idx="191">45896.70208333333</cx:pt>
          <cx:pt idx="192">45850.217361111114</cx:pt>
          <cx:pt idx="193">45844.893750000003</cx:pt>
          <cx:pt idx="194">45859.998611111114</cx:pt>
          <cx:pt idx="195">45864.722222222219</cx:pt>
          <cx:pt idx="196">45889.943749999999</cx:pt>
          <cx:pt idx="197">45848.191666666666</cx:pt>
          <cx:pt idx="198">45888.159722222219</cx:pt>
          <cx:pt idx="199">45863.854861111111</cx:pt>
          <cx:pt idx="200">45864.193749999999</cx:pt>
          <cx:pt idx="201">45895.447222222225</cx:pt>
          <cx:pt idx="202">45840.452777777777</cx:pt>
          <cx:pt idx="203">45893.946527777778</cx:pt>
          <cx:pt idx="204">45888.428472222222</cx:pt>
          <cx:pt idx="205">45852.574305555558</cx:pt>
          <cx:pt idx="206">45889.211111111108</cx:pt>
          <cx:pt idx="207">45895.750694444447</cx:pt>
          <cx:pt idx="208">45841.585416666669</cx:pt>
          <cx:pt idx="209">45891.605555555558</cx:pt>
          <cx:pt idx="210">45870.811111111114</cx:pt>
          <cx:pt idx="211">45849.365972222222</cx:pt>
          <cx:pt idx="212">45863.048611111109</cx:pt>
          <cx:pt idx="213">45882.261805555558</cx:pt>
          <cx:pt idx="214">45897.195138888892</cx:pt>
          <cx:pt idx="215">45877.40625</cx:pt>
          <cx:pt idx="216">45893.478472222225</cx:pt>
          <cx:pt idx="217">45864.754166666666</cx:pt>
          <cx:pt idx="218">45877.388194444444</cx:pt>
          <cx:pt idx="219">45879.454861111109</cx:pt>
          <cx:pt idx="220">45872.331250000003</cx:pt>
          <cx:pt idx="221">45885.02847222222</cx:pt>
          <cx:pt idx="222">45863.959722222222</cx:pt>
          <cx:pt idx="223">45882.736111111109</cx:pt>
          <cx:pt idx="224">45893.245138888888</cx:pt>
          <cx:pt idx="225">45869.199305555558</cx:pt>
          <cx:pt idx="226">45880.093055555553</cx:pt>
          <cx:pt idx="227">45862.359027777777</cx:pt>
          <cx:pt idx="228">45894.859027777777</cx:pt>
          <cx:pt idx="229">45871.163194444445</cx:pt>
          <cx:pt idx="230">45894.172222222223</cx:pt>
          <cx:pt idx="231">45896.589583333334</cx:pt>
          <cx:pt idx="232">45860.84097222222</cx:pt>
          <cx:pt idx="233">45852.23333333333</cx:pt>
          <cx:pt idx="234">45878.569444444445</cx:pt>
          <cx:pt idx="235">45841.716666666667</cx:pt>
          <cx:pt idx="236">45851.029861111114</cx:pt>
          <cx:pt idx="237">45858.17083333333</cx:pt>
          <cx:pt idx="238">45891.054861111108</cx:pt>
          <cx:pt idx="239">45872.435416666667</cx:pt>
          <cx:pt idx="240">45861.256944444445</cx:pt>
          <cx:pt idx="241">45853.963888888888</cx:pt>
          <cx:pt idx="242">45862.945138888892</cx:pt>
          <cx:pt idx="243">45878.068055555559</cx:pt>
          <cx:pt idx="244">45883.143055555556</cx:pt>
          <cx:pt idx="245">45883.175694444442</cx:pt>
          <cx:pt idx="246">45881.154166666667</cx:pt>
          <cx:pt idx="247">45871.98541666667</cx:pt>
          <cx:pt idx="248">45877.28402777778</cx:pt>
          <cx:pt idx="249">45857.209722222222</cx:pt>
          <cx:pt idx="250">45839.029166666667</cx:pt>
          <cx:pt idx="251">45899.117361111108</cx:pt>
          <cx:pt idx="252">45868.386111111111</cx:pt>
          <cx:pt idx="253">45862.888888888891</cx:pt>
          <cx:pt idx="254">45893.195833333331</cx:pt>
          <cx:pt idx="255">45856.961805555555</cx:pt>
          <cx:pt idx="256">45864.595138888886</cx:pt>
          <cx:pt idx="257">45846.197222222225</cx:pt>
          <cx:pt idx="258">45897.770833333336</cx:pt>
          <cx:pt idx="259">45863.48541666667</cx:pt>
          <cx:pt idx="260">45846.561111111114</cx:pt>
          <cx:pt idx="261">45888.98333333333</cx:pt>
          <cx:pt idx="262">45872.947222222225</cx:pt>
          <cx:pt idx="263">45881.90347222222</cx:pt>
          <cx:pt idx="264">45839.874305555553</cx:pt>
          <cx:pt idx="265">45843.638888888891</cx:pt>
          <cx:pt idx="266">45874.849999999999</cx:pt>
          <cx:pt idx="267">45890.769444444442</cx:pt>
          <cx:pt idx="268">45870.986805555556</cx:pt>
          <cx:pt idx="269">45874.036111111112</cx:pt>
          <cx:pt idx="270">45852.862500000003</cx:pt>
          <cx:pt idx="271">45893.597916666666</cx:pt>
          <cx:pt idx="272">45846.158333333333</cx:pt>
          <cx:pt idx="273">45874.682638888888</cx:pt>
          <cx:pt idx="274">45847.949305555558</cx:pt>
          <cx:pt idx="275">45851.254861111112</cx:pt>
          <cx:pt idx="276">45891.28125</cx:pt>
          <cx:pt idx="277">45846.603472222225</cx:pt>
          <cx:pt idx="278">45872.960416666669</cx:pt>
          <cx:pt idx="279">45888.238888888889</cx:pt>
          <cx:pt idx="280">45881.818055555559</cx:pt>
          <cx:pt idx="281">45877.949999999997</cx:pt>
          <cx:pt idx="282">45890.172222222223</cx:pt>
          <cx:pt idx="283">45894.447916666664</cx:pt>
          <cx:pt idx="284">45852.822916666664</cx:pt>
          <cx:pt idx="285">45873.944444444445</cx:pt>
          <cx:pt idx="286">45876.779166666667</cx:pt>
          <cx:pt idx="287">45890.022916666669</cx:pt>
          <cx:pt idx="288">45851.366666666669</cx:pt>
          <cx:pt idx="289">45892.072222222225</cx:pt>
          <cx:pt idx="290">45861.587500000001</cx:pt>
          <cx:pt idx="291">45863.313888888886</cx:pt>
          <cx:pt idx="292">45863.576388888891</cx:pt>
          <cx:pt idx="293">45839.969444444447</cx:pt>
          <cx:pt idx="294">45887.773611111108</cx:pt>
          <cx:pt idx="295">45867.238194444442</cx:pt>
          <cx:pt idx="296">45841.553472222222</cx:pt>
          <cx:pt idx="297">45839.436805555553</cx:pt>
          <cx:pt idx="298">45898.443055555559</cx:pt>
          <cx:pt idx="299">45874.461111111108</cx:pt>
          <cx:pt idx="300">45850.669444444444</cx:pt>
          <cx:pt idx="301">45873.503472222219</cx:pt>
          <cx:pt idx="302">45857.283333333333</cx:pt>
          <cx:pt idx="303">45881.477777777778</cx:pt>
          <cx:pt idx="304">45863.14166666667</cx:pt>
          <cx:pt idx="305">45891.480555555558</cx:pt>
          <cx:pt idx="306">45857.841666666667</cx:pt>
          <cx:pt idx="307">45873.027777777781</cx:pt>
          <cx:pt idx="308">45852.745138888888</cx:pt>
          <cx:pt idx="309">45840.614583333336</cx:pt>
          <cx:pt idx="310">45889.357638888891</cx:pt>
          <cx:pt idx="311">45863.611111111109</cx:pt>
          <cx:pt idx="312">45873.02847222222</cx:pt>
          <cx:pt idx="313">45883.098611111112</cx:pt>
          <cx:pt idx="314">45877.095833333333</cx:pt>
          <cx:pt idx="315">45891.875694444447</cx:pt>
          <cx:pt idx="316">45889.720833333333</cx:pt>
          <cx:pt idx="317">45899.024305555555</cx:pt>
          <cx:pt idx="318">45839.776388888888</cx:pt>
          <cx:pt idx="319">45886.997916666667</cx:pt>
          <cx:pt idx="320">45848.21597222222</cx:pt>
          <cx:pt idx="321">45850.910416666666</cx:pt>
          <cx:pt idx="322">45843.404166666667</cx:pt>
          <cx:pt idx="323">45899.431944444441</cx:pt>
          <cx:pt idx="324">45878.122916666667</cx:pt>
          <cx:pt idx="325">45881.405555555553</cx:pt>
          <cx:pt idx="326">45866.208333333336</cx:pt>
          <cx:pt idx="327">45892.463888888888</cx:pt>
          <cx:pt idx="328">45861.396527777775</cx:pt>
          <cx:pt idx="329">45896.716666666667</cx:pt>
          <cx:pt idx="330">45893.694444444445</cx:pt>
          <cx:pt idx="331">45852.065972222219</cx:pt>
          <cx:pt idx="332">45864.331250000003</cx:pt>
          <cx:pt idx="333">45871.670138888891</cx:pt>
          <cx:pt idx="334">45882.241666666669</cx:pt>
          <cx:pt idx="335">45899.779166666667</cx:pt>
          <cx:pt idx="336">45841.324999999997</cx:pt>
          <cx:pt idx="337">45841.884027777778</cx:pt>
          <cx:pt idx="338">45897.62222222222</cx:pt>
          <cx:pt idx="339">45879.370138888888</cx:pt>
          <cx:pt idx="340">45850.52847222222</cx:pt>
          <cx:pt idx="341">45863.314583333333</cx:pt>
          <cx:pt idx="342">45895.791666666664</cx:pt>
          <cx:pt idx="343">45843.695138888892</cx:pt>
          <cx:pt idx="344">45877.952777777777</cx:pt>
          <cx:pt idx="345">45869.895833333336</cx:pt>
          <cx:pt idx="346">45854.047222222223</cx:pt>
          <cx:pt idx="347">45896.756249999999</cx:pt>
          <cx:pt idx="348">45877.777777777781</cx:pt>
          <cx:pt idx="349">45867.8125</cx:pt>
          <cx:pt idx="350">45877.201388888891</cx:pt>
          <cx:pt idx="351">45855.240277777775</cx:pt>
          <cx:pt idx="352">45863.17083333333</cx:pt>
          <cx:pt idx="353">45877.132638888892</cx:pt>
          <cx:pt idx="354">45887.128472222219</cx:pt>
          <cx:pt idx="355">45872.557638888888</cx:pt>
          <cx:pt idx="356">45899.659722222219</cx:pt>
          <cx:pt idx="357">45845.547222222223</cx:pt>
          <cx:pt idx="358">45877.726388888892</cx:pt>
          <cx:pt idx="359">45846.666666666664</cx:pt>
          <cx:pt idx="360">45845.185416666667</cx:pt>
          <cx:pt idx="361">45875.48541666667</cx:pt>
          <cx:pt idx="362">45874.729166666664</cx:pt>
          <cx:pt idx="363">45858.765277777777</cx:pt>
          <cx:pt idx="364">45886.311111111114</cx:pt>
          <cx:pt idx="365">45871.534722222219</cx:pt>
          <cx:pt idx="366">45879.035416666666</cx:pt>
          <cx:pt idx="367">45844.094444444447</cx:pt>
          <cx:pt idx="368">45878.856249999997</cx:pt>
          <cx:pt idx="369">45867.008333333331</cx:pt>
          <cx:pt idx="370">45841.813888888886</cx:pt>
          <cx:pt idx="371">45854.833333333336</cx:pt>
          <cx:pt idx="372">45861.892361111109</cx:pt>
          <cx:pt idx="373">45897.107638888891</cx:pt>
          <cx:pt idx="374">45861.343055555553</cx:pt>
          <cx:pt idx="375">45839.34097222222</cx:pt>
          <cx:pt idx="376">45857.421527777777</cx:pt>
          <cx:pt idx="377">45855.936111111114</cx:pt>
          <cx:pt idx="378">45887.450694444444</cx:pt>
          <cx:pt idx="379">45855.099999999999</cx:pt>
          <cx:pt idx="380">45861.69027777778</cx:pt>
          <cx:pt idx="381">45844.529861111114</cx:pt>
          <cx:pt idx="382">45898.229166666664</cx:pt>
          <cx:pt idx="383">45899.988194444442</cx:pt>
          <cx:pt idx="384">45854.96875</cx:pt>
          <cx:pt idx="385">45892.328472222223</cx:pt>
          <cx:pt idx="386">45882.896527777775</cx:pt>
          <cx:pt idx="387">45862.805555555555</cx:pt>
          <cx:pt idx="388">45887.678472222222</cx:pt>
          <cx:pt idx="389">45872.5625</cx:pt>
          <cx:pt idx="390">45864.90902777778</cx:pt>
          <cx:pt idx="391">45883</cx:pt>
          <cx:pt idx="392">45862.829861111109</cx:pt>
          <cx:pt idx="393">45869.806250000001</cx:pt>
          <cx:pt idx="394">45883.474305555559</cx:pt>
          <cx:pt idx="395">45875.191666666666</cx:pt>
          <cx:pt idx="396">45874.57916666667</cx:pt>
          <cx:pt idx="397">45850.563194444447</cx:pt>
          <cx:pt idx="398">45889.638194444444</cx:pt>
          <cx:pt idx="399">45845.923611111109</cx:pt>
          <cx:pt idx="400">45867.972916666666</cx:pt>
          <cx:pt idx="401">45861.018055555556</cx:pt>
          <cx:pt idx="402">45880.856944444444</cx:pt>
          <cx:pt idx="403">45882.688194444447</cx:pt>
          <cx:pt idx="404">45878.395138888889</cx:pt>
          <cx:pt idx="405">45879.816666666666</cx:pt>
          <cx:pt idx="406">45853.430555555555</cx:pt>
          <cx:pt idx="407">45856.617361111108</cx:pt>
          <cx:pt idx="408">45867.548611111109</cx:pt>
          <cx:pt idx="409">45899.988888888889</cx:pt>
          <cx:pt idx="410">45845.12777777778</cx:pt>
          <cx:pt idx="411">45840.522916666669</cx:pt>
          <cx:pt idx="412">45878.170138888891</cx:pt>
          <cx:pt idx="413">45886.394444444442</cx:pt>
          <cx:pt idx="414">45841.890277777777</cx:pt>
          <cx:pt idx="415">45894.749305555553</cx:pt>
          <cx:pt idx="416">45876.811805555553</cx:pt>
          <cx:pt idx="417">45879.856944444444</cx:pt>
          <cx:pt idx="418">45890.102777777778</cx:pt>
          <cx:pt idx="419">45839.022916666669</cx:pt>
          <cx:pt idx="420">45869.708333333336</cx:pt>
          <cx:pt idx="421">45888.57708333333</cx:pt>
          <cx:pt idx="422">45851.580555555556</cx:pt>
          <cx:pt idx="423">45892.509722222225</cx:pt>
          <cx:pt idx="424">45890.946527777778</cx:pt>
          <cx:pt idx="425">45851.09097222222</cx:pt>
          <cx:pt idx="426">45856.943749999999</cx:pt>
          <cx:pt idx="427">45873.007638888892</cx:pt>
          <cx:pt idx="428">45884.615277777775</cx:pt>
          <cx:pt idx="429">45852.43472222222</cx:pt>
          <cx:pt idx="430">45883.056250000001</cx:pt>
          <cx:pt idx="431">45888.50277777778</cx:pt>
          <cx:pt idx="432">45892.004861111112</cx:pt>
          <cx:pt idx="433">45854.959722222222</cx:pt>
          <cx:pt idx="434">45869.529861111114</cx:pt>
          <cx:pt idx="435">45886.731249999997</cx:pt>
          <cx:pt idx="436">45895.079861111109</cx:pt>
          <cx:pt idx="437">45839.243055555555</cx:pt>
          <cx:pt idx="438">45841.784722222219</cx:pt>
          <cx:pt idx="439">45854.229861111111</cx:pt>
          <cx:pt idx="440">45861.839583333334</cx:pt>
          <cx:pt idx="441">45853.440972222219</cx:pt>
          <cx:pt idx="442">45840.933333333334</cx:pt>
          <cx:pt idx="443">45884.607638888891</cx:pt>
          <cx:pt idx="444">45850.723611111112</cx:pt>
          <cx:pt idx="445">45849.106249999997</cx:pt>
          <cx:pt idx="446">45868.03402777778</cx:pt>
          <cx:pt idx="447">45893.492361111108</cx:pt>
          <cx:pt idx="448">45851.696527777778</cx:pt>
          <cx:pt idx="449">45859.570138888892</cx:pt>
          <cx:pt idx="450">45892.174305555556</cx:pt>
          <cx:pt idx="451">45851.126388888886</cx:pt>
          <cx:pt idx="452">45878.942361111112</cx:pt>
          <cx:pt idx="453">45839.27847222222</cx:pt>
          <cx:pt idx="454">45862.740972222222</cx:pt>
          <cx:pt idx="455">45891.803472222222</cx:pt>
          <cx:pt idx="456">45899.272916666669</cx:pt>
          <cx:pt idx="457">45851.272916666669</cx:pt>
          <cx:pt idx="458">45865.962500000001</cx:pt>
          <cx:pt idx="459">45883.893750000003</cx:pt>
          <cx:pt idx="460">45864.681250000001</cx:pt>
          <cx:pt idx="461">45874.45416666667</cx:pt>
          <cx:pt idx="462">45854.773611111108</cx:pt>
          <cx:pt idx="463">45867.600694444445</cx:pt>
          <cx:pt idx="464">45872.205555555556</cx:pt>
          <cx:pt idx="465">45840.952777777777</cx:pt>
          <cx:pt idx="466">45898.756249999999</cx:pt>
          <cx:pt idx="467">45855.49722222222</cx:pt>
          <cx:pt idx="468">45875.525000000001</cx:pt>
          <cx:pt idx="469">45850.661111111112</cx:pt>
          <cx:pt idx="470">45880.376388888886</cx:pt>
          <cx:pt idx="471">45888.081944444442</cx:pt>
          <cx:pt idx="472">45898.163194444445</cx:pt>
          <cx:pt idx="473">45858.668055555558</cx:pt>
          <cx:pt idx="474">45883.29791666667</cx:pt>
          <cx:pt idx="475">45875.670138888891</cx:pt>
          <cx:pt idx="476">45860.104166666664</cx:pt>
          <cx:pt idx="477">45844.522222222222</cx:pt>
          <cx:pt idx="478">45874.271527777775</cx:pt>
          <cx:pt idx="479">45886.677083333336</cx:pt>
          <cx:pt idx="480">45844.154166666667</cx:pt>
          <cx:pt idx="481">45861.820138888892</cx:pt>
          <cx:pt idx="482">45891.61041666667</cx:pt>
          <cx:pt idx="483">45848.995833333334</cx:pt>
          <cx:pt idx="484">45898.204861111109</cx:pt>
          <cx:pt idx="485">45883.138194444444</cx:pt>
          <cx:pt idx="486">45852.273611111108</cx:pt>
          <cx:pt idx="487">45885.197222222225</cx:pt>
          <cx:pt idx="488">45841.340277777781</cx:pt>
          <cx:pt idx="489">45880.00277777778</cx:pt>
          <cx:pt idx="490">45857.849999999999</cx:pt>
          <cx:pt idx="491">45870.81527777778</cx:pt>
          <cx:pt idx="492">45898.917361111111</cx:pt>
          <cx:pt idx="493">45864.965277777781</cx:pt>
          <cx:pt idx="494">45854.678472222222</cx:pt>
          <cx:pt idx="495">45899.720138888886</cx:pt>
          <cx:pt idx="496">45885.522916666669</cx:pt>
          <cx:pt idx="497">45875.185416666667</cx:pt>
          <cx:pt idx="498">45847.27847222222</cx:pt>
          <cx:pt idx="499">45883.956250000003</cx:pt>
          <cx:pt idx="500">45897.222222222219</cx:pt>
          <cx:pt idx="501">45892.198611111111</cx:pt>
          <cx:pt idx="502">45867.999305555553</cx:pt>
          <cx:pt idx="503">45845.174305555556</cx:pt>
          <cx:pt idx="504">45878.318055555559</cx:pt>
          <cx:pt idx="505">45883.630555555559</cx:pt>
          <cx:pt idx="506">45893.521527777775</cx:pt>
          <cx:pt idx="507">45865.040972222225</cx:pt>
          <cx:pt idx="508">45843.249305555553</cx:pt>
          <cx:pt idx="509">45883.454861111109</cx:pt>
          <cx:pt idx="510">45877.994444444441</cx:pt>
          <cx:pt idx="511">45877.731249999997</cx:pt>
          <cx:pt idx="512">45867.619444444441</cx:pt>
          <cx:pt idx="513">45864.959722222222</cx:pt>
          <cx:pt idx="514">45867.538888888892</cx:pt>
          <cx:pt idx="515">45866.402083333334</cx:pt>
          <cx:pt idx="516">45892.852777777778</cx:pt>
          <cx:pt idx="517">45899.94027777778</cx:pt>
          <cx:pt idx="518">45850.609027777777</cx:pt>
          <cx:pt idx="519">45855.447222222225</cx:pt>
          <cx:pt idx="520">45846.936111111114</cx:pt>
          <cx:pt idx="521">45878.224999999999</cx:pt>
          <cx:pt idx="522">45894.913194444445</cx:pt>
          <cx:pt idx="523">45858.406944444447</cx:pt>
          <cx:pt idx="524">45846.175000000003</cx:pt>
          <cx:pt idx="525">45870.648611111108</cx:pt>
          <cx:pt idx="526">45876.895833333336</cx:pt>
          <cx:pt idx="527">45839.330555555556</cx:pt>
          <cx:pt idx="528">45850.168749999997</cx:pt>
          <cx:pt idx="529">45892.804861111108</cx:pt>
          <cx:pt idx="530">45850.238194444442</cx:pt>
          <cx:pt idx="531">45868.984027777777</cx:pt>
          <cx:pt idx="532">45862.536111111112</cx:pt>
          <cx:pt idx="533">45869.171527777777</cx:pt>
          <cx:pt idx="534">45872.280555555553</cx:pt>
          <cx:pt idx="535">45844.656944444447</cx:pt>
          <cx:pt idx="536">45893.427777777775</cx:pt>
          <cx:pt idx="537">45875.647916666669</cx:pt>
          <cx:pt idx="538">45895.801388888889</cx:pt>
          <cx:pt idx="539">45840.611111111109</cx:pt>
          <cx:pt idx="540">45865.056250000001</cx:pt>
          <cx:pt idx="541">45883.386111111111</cx:pt>
          <cx:pt idx="542">45874.450694444444</cx:pt>
          <cx:pt idx="543">45885.777083333334</cx:pt>
          <cx:pt idx="544">45892.457638888889</cx:pt>
          <cx:pt idx="545">45848.853472222225</cx:pt>
          <cx:pt idx="546">45889.582638888889</cx:pt>
          <cx:pt idx="547">45885.888888888891</cx:pt>
          <cx:pt idx="548">45890.461111111108</cx:pt>
          <cx:pt idx="549">45863.856944444444</cx:pt>
          <cx:pt idx="550">45850.796527777777</cx:pt>
          <cx:pt idx="551">45856.545138888891</cx:pt>
          <cx:pt idx="552">45852.679861111108</cx:pt>
          <cx:pt idx="553">45867.667361111111</cx:pt>
          <cx:pt idx="554">45860.656944444447</cx:pt>
          <cx:pt idx="555">45888.161111111112</cx:pt>
          <cx:pt idx="556">45885.061805555553</cx:pt>
          <cx:pt idx="557">45858.071527777778</cx:pt>
          <cx:pt idx="558">45895.04583333333</cx:pt>
          <cx:pt idx="559">45887.402777777781</cx:pt>
          <cx:pt idx="560">45857.356944444444</cx:pt>
          <cx:pt idx="561">45849.338194444441</cx:pt>
          <cx:pt idx="562">45852.723611111112</cx:pt>
          <cx:pt idx="563">45854.211111111108</cx:pt>
          <cx:pt idx="564">45847.020833333336</cx:pt>
          <cx:pt idx="565">45842.102083333331</cx:pt>
          <cx:pt idx="566">45858.452777777777</cx:pt>
          <cx:pt idx="567">45875.170138888891</cx:pt>
          <cx:pt idx="568">45858.90347222222</cx:pt>
          <cx:pt idx="569">45899.29791666667</cx:pt>
          <cx:pt idx="570">45850.956944444442</cx:pt>
          <cx:pt idx="571">45840.104166666664</cx:pt>
          <cx:pt idx="572">45888.484722222223</cx:pt>
          <cx:pt idx="573">45859.736805555556</cx:pt>
          <cx:pt idx="574">45876.552083333336</cx:pt>
          <cx:pt idx="575">45843.425694444442</cx:pt>
          <cx:pt idx="576">45889.44027777778</cx:pt>
          <cx:pt idx="577">45846.776388888888</cx:pt>
          <cx:pt idx="578">45858.50277777778</cx:pt>
          <cx:pt idx="579">45880.877083333333</cx:pt>
          <cx:pt idx="580">45887.195833333331</cx:pt>
          <cx:pt idx="581">45875.591666666667</cx:pt>
          <cx:pt idx="582">45897.572916666664</cx:pt>
          <cx:pt idx="583">45839.813888888886</cx:pt>
          <cx:pt idx="584">45896.710416666669</cx:pt>
          <cx:pt idx="585">45894.010416666664</cx:pt>
          <cx:pt idx="586">45864.518750000003</cx:pt>
          <cx:pt idx="587">45851.724999999999</cx:pt>
          <cx:pt idx="588">45857.880555555559</cx:pt>
          <cx:pt idx="589">45881.547222222223</cx:pt>
          <cx:pt idx="590">45898.568749999999</cx:pt>
          <cx:pt idx="591">45863.468055555553</cx:pt>
          <cx:pt idx="592">45893.96875</cx:pt>
          <cx:pt idx="593">45875.459722222222</cx:pt>
          <cx:pt idx="594">45846.770833333336</cx:pt>
          <cx:pt idx="595">45893.353472222225</cx:pt>
          <cx:pt idx="596">45879.987500000003</cx:pt>
          <cx:pt idx="597">45858.793749999997</cx:pt>
          <cx:pt idx="598">45868.706250000003</cx:pt>
          <cx:pt idx="599">45890.387499999997</cx:pt>
          <cx:pt idx="600">45842.854166666664</cx:pt>
          <cx:pt idx="601">45840.396527777775</cx:pt>
          <cx:pt idx="602">45847.803472222222</cx:pt>
          <cx:pt idx="603">45850.782638888886</cx:pt>
          <cx:pt idx="604">45889.927083333336</cx:pt>
          <cx:pt idx="605">45844.193055555559</cx:pt>
          <cx:pt idx="606">45888.510416666664</cx:pt>
          <cx:pt idx="607">45885.460416666669</cx:pt>
          <cx:pt idx="608">45868.520833333336</cx:pt>
          <cx:pt idx="609">45882.933333333334</cx:pt>
          <cx:pt idx="610">45857.599999999999</cx:pt>
          <cx:pt idx="611">45879.495833333334</cx:pt>
          <cx:pt idx="612">45856.136111111111</cx:pt>
          <cx:pt idx="613">45888.272916666669</cx:pt>
          <cx:pt idx="614">45839.875</cx:pt>
          <cx:pt idx="615">45872.154861111114</cx:pt>
          <cx:pt idx="616">45841.027083333334</cx:pt>
          <cx:pt idx="617">45884.128472222219</cx:pt>
          <cx:pt idx="618">45890.247916666667</cx:pt>
          <cx:pt idx="619">45881.111111111109</cx:pt>
          <cx:pt idx="620">45849.095138888886</cx:pt>
          <cx:pt idx="621">45842.369444444441</cx:pt>
          <cx:pt idx="622">45878.507638888892</cx:pt>
          <cx:pt idx="623">45852.820138888892</cx:pt>
          <cx:pt idx="624">45843.10833333333</cx:pt>
          <cx:pt idx="625">45848.861111111109</cx:pt>
          <cx:pt idx="626">45883.456250000003</cx:pt>
          <cx:pt idx="627">45866.537499999999</cx:pt>
          <cx:pt idx="628">45839.530555555553</cx:pt>
          <cx:pt idx="629">45873.472916666666</cx:pt>
          <cx:pt idx="630">45873.420138888891</cx:pt>
          <cx:pt idx="631">45874.058333333334</cx:pt>
          <cx:pt idx="632">45870.12222222222</cx:pt>
          <cx:pt idx="633">45851.031944444447</cx:pt>
          <cx:pt idx="634">45843.736805555556</cx:pt>
          <cx:pt idx="635">45860.056250000001</cx:pt>
          <cx:pt idx="636">45852.862500000003</cx:pt>
          <cx:pt idx="637">45853.084722222222</cx:pt>
          <cx:pt idx="638">45897.793055555558</cx:pt>
          <cx:pt idx="639">45879.081250000003</cx:pt>
          <cx:pt idx="640">45849.75277777778</cx:pt>
          <cx:pt idx="641">45877.801388888889</cx:pt>
          <cx:pt idx="642">45859.154861111114</cx:pt>
          <cx:pt idx="643">45876.222916666666</cx:pt>
          <cx:pt idx="644">45883.482638888891</cx:pt>
          <cx:pt idx="645">45845.86041666667</cx:pt>
          <cx:pt idx="646">45839.007638888892</cx:pt>
          <cx:pt idx="647">45883.175694444442</cx:pt>
          <cx:pt idx="648">45854.23541666667</cx:pt>
          <cx:pt idx="649">45899.111111111109</cx:pt>
          <cx:pt idx="650">45839.71875</cx:pt>
          <cx:pt idx="651">45894.730555555558</cx:pt>
          <cx:pt idx="652">45851.159722222219</cx:pt>
          <cx:pt idx="653">45849.915972222225</cx:pt>
          <cx:pt idx="654">45866.347916666666</cx:pt>
          <cx:pt idx="655">45886.082638888889</cx:pt>
          <cx:pt idx="656">45846.122916666667</cx:pt>
          <cx:pt idx="657">45851.988194444442</cx:pt>
          <cx:pt idx="658">45853.135416666664</cx:pt>
          <cx:pt idx="659">45843.650694444441</cx:pt>
          <cx:pt idx="660">45868.224999999999</cx:pt>
          <cx:pt idx="661">45851.422222222223</cx:pt>
          <cx:pt idx="662">45846.603472222225</cx:pt>
          <cx:pt idx="663">45877.243055555555</cx:pt>
          <cx:pt idx="664">45893.295138888891</cx:pt>
          <cx:pt idx="665">45869.595138888886</cx:pt>
          <cx:pt idx="666">45866.759722222225</cx:pt>
          <cx:pt idx="667">45865.043055555558</cx:pt>
          <cx:pt idx="668">45872.520833333336</cx:pt>
          <cx:pt idx="669">45854.107638888891</cx:pt>
          <cx:pt idx="670">45861.385416666664</cx:pt>
          <cx:pt idx="671">45849.936805555553</cx:pt>
          <cx:pt idx="672">45868.204861111109</cx:pt>
          <cx:pt idx="673">45884.833333333336</cx:pt>
          <cx:pt idx="674">45872.054166666669</cx:pt>
          <cx:pt idx="675">45889.878472222219</cx:pt>
          <cx:pt idx="676">45895.046527777777</cx:pt>
          <cx:pt idx="677">45850.857638888891</cx:pt>
          <cx:pt idx="678">45860.31527777778</cx:pt>
          <cx:pt idx="679">45859.497916666667</cx:pt>
          <cx:pt idx="680">45843.473611111112</cx:pt>
          <cx:pt idx="681">45884.738194444442</cx:pt>
          <cx:pt idx="682">45862.905555555553</cx:pt>
          <cx:pt idx="683">45844.100694444445</cx:pt>
          <cx:pt idx="684">45849.338194444441</cx:pt>
          <cx:pt idx="685">45899.834027777775</cx:pt>
          <cx:pt idx="686">45861.561111111114</cx:pt>
          <cx:pt idx="687">45843.038194444445</cx:pt>
          <cx:pt idx="688">45876.445138888892</cx:pt>
          <cx:pt idx="689">45892.727777777778</cx:pt>
          <cx:pt idx="690">45889.343055555553</cx:pt>
          <cx:pt idx="691">45857.590277777781</cx:pt>
          <cx:pt idx="692">45850.947222222225</cx:pt>
          <cx:pt idx="693">45846.055555555555</cx:pt>
          <cx:pt idx="694">45852.739583333336</cx:pt>
          <cx:pt idx="695">45867.715277777781</cx:pt>
          <cx:pt idx="696">45888.186805555553</cx:pt>
          <cx:pt idx="697">45871.445138888892</cx:pt>
          <cx:pt idx="698">45881.20208333333</cx:pt>
          <cx:pt idx="699">45896.047222222223</cx:pt>
          <cx:pt idx="700">45878.311111111114</cx:pt>
          <cx:pt idx="701">45876.676388888889</cx:pt>
          <cx:pt idx="702">45844.745833333334</cx:pt>
          <cx:pt idx="703">45851.638888888891</cx:pt>
          <cx:pt idx="704">45848.95416666667</cx:pt>
          <cx:pt idx="705">45861.47152777778</cx:pt>
          <cx:pt idx="706">45885.615972222222</cx:pt>
          <cx:pt idx="707">45890.997916666667</cx:pt>
          <cx:pt idx="708">45844.175694444442</cx:pt>
          <cx:pt idx="709">45887.503472222219</cx:pt>
          <cx:pt idx="710">45874.614583333336</cx:pt>
          <cx:pt idx="711">45857.729861111111</cx:pt>
          <cx:pt idx="712">45870.740972222222</cx:pt>
          <cx:pt idx="713">45858.870138888888</cx:pt>
          <cx:pt idx="714">45870.945138888892</cx:pt>
          <cx:pt idx="715">45877.974305555559</cx:pt>
          <cx:pt idx="716">45883.140972222223</cx:pt>
          <cx:pt idx="717">45876.04791666667</cx:pt>
          <cx:pt idx="718">45842.349305555559</cx:pt>
          <cx:pt idx="719">45872.874305555553</cx:pt>
          <cx:pt idx="720">45887.231944444444</cx:pt>
          <cx:pt idx="721">45845.734027777777</cx:pt>
          <cx:pt idx="722">45857.492361111108</cx:pt>
          <cx:pt idx="723">45848.676388888889</cx:pt>
          <cx:pt idx="724">45893.739583333336</cx:pt>
          <cx:pt idx="725">45897.088194444441</cx:pt>
          <cx:pt idx="726">45858.932638888888</cx:pt>
          <cx:pt idx="727">45884.375694444447</cx:pt>
          <cx:pt idx="728">45893.92291666667</cx:pt>
          <cx:pt idx="729">45844.572222222225</cx:pt>
          <cx:pt idx="730">45888.658333333333</cx:pt>
          <cx:pt idx="731">45876.0625</cx:pt>
          <cx:pt idx="732">45881.033333333333</cx:pt>
          <cx:pt idx="733">45850.890277777777</cx:pt>
          <cx:pt idx="734">45861.245833333334</cx:pt>
          <cx:pt idx="735">45843.161111111112</cx:pt>
          <cx:pt idx="736">45857.247916666667</cx:pt>
          <cx:pt idx="737">45897.70416666667</cx:pt>
          <cx:pt idx="738">45867.879166666666</cx:pt>
          <cx:pt idx="739">45871.30972222222</cx:pt>
          <cx:pt idx="740">45872.188194444447</cx:pt>
          <cx:pt idx="741">45844.438194444447</cx:pt>
          <cx:pt idx="742">45882.593055555553</cx:pt>
          <cx:pt idx="743">45896.654861111114</cx:pt>
          <cx:pt idx="744">45867.695833333331</cx:pt>
          <cx:pt idx="745">45883.754166666666</cx:pt>
          <cx:pt idx="746">45851.425000000003</cx:pt>
          <cx:pt idx="747">45885.636805555558</cx:pt>
          <cx:pt idx="748">45887.850694444445</cx:pt>
          <cx:pt idx="749">45856.200694444444</cx:pt>
          <cx:pt idx="750">45853.838888888888</cx:pt>
          <cx:pt idx="751">45882.007638888892</cx:pt>
          <cx:pt idx="752">45878.79583333333</cx:pt>
          <cx:pt idx="753">45851.404166666667</cx:pt>
          <cx:pt idx="754">45890.731944444444</cx:pt>
          <cx:pt idx="755">45863.597222222219</cx:pt>
          <cx:pt idx="756">45841.232638888891</cx:pt>
          <cx:pt idx="757">45866.179861111108</cx:pt>
          <cx:pt idx="758">45882.654166666667</cx:pt>
          <cx:pt idx="759">45874.230555555558</cx:pt>
          <cx:pt idx="760">45878.890277777777</cx:pt>
          <cx:pt idx="761">45840.751388888886</cx:pt>
          <cx:pt idx="762">45887.847916666666</cx:pt>
          <cx:pt idx="763">45861.070833333331</cx:pt>
          <cx:pt idx="764">45897.919444444444</cx:pt>
          <cx:pt idx="765">45840.722222222219</cx:pt>
          <cx:pt idx="766">45896.553472222222</cx:pt>
          <cx:pt idx="767">45875.513888888891</cx:pt>
          <cx:pt idx="768">45860.647222222222</cx:pt>
          <cx:pt idx="769">45858.477083333331</cx:pt>
          <cx:pt idx="770">45857.335416666669</cx:pt>
          <cx:pt idx="771">45886.114583333336</cx:pt>
          <cx:pt idx="772">45856.10833333333</cx:pt>
          <cx:pt idx="773">45861.111805555556</cx:pt>
          <cx:pt idx="774">45881.722222222219</cx:pt>
          <cx:pt idx="775">45868.908333333333</cx:pt>
          <cx:pt idx="776">45870.279166666667</cx:pt>
          <cx:pt idx="777">45890.82916666667</cx:pt>
          <cx:pt idx="778">45872.265972222223</cx:pt>
          <cx:pt idx="779">45865.454861111109</cx:pt>
          <cx:pt idx="780">45856.40347222222</cx:pt>
          <cx:pt idx="781">45846.175000000003</cx:pt>
          <cx:pt idx="782">45874.560416666667</cx:pt>
          <cx:pt idx="783">45847.011111111111</cx:pt>
          <cx:pt idx="784">45880.073611111111</cx:pt>
          <cx:pt idx="785">45877.413194444445</cx:pt>
          <cx:pt idx="786">45899.995138888888</cx:pt>
          <cx:pt idx="787">45872.911805555559</cx:pt>
          <cx:pt idx="788">45895.09375</cx:pt>
          <cx:pt idx="789">45886.535416666666</cx:pt>
          <cx:pt idx="790">45848.132638888892</cx:pt>
          <cx:pt idx="791">45894.752083333333</cx:pt>
          <cx:pt idx="792">45866.654861111114</cx:pt>
          <cx:pt idx="793">45884.494444444441</cx:pt>
          <cx:pt idx="794">45855.724999999999</cx:pt>
          <cx:pt idx="795">45894.32916666667</cx:pt>
          <cx:pt idx="796">45844.304861111108</cx:pt>
          <cx:pt idx="797">45889.053472222222</cx:pt>
          <cx:pt idx="798">45898.447916666664</cx:pt>
          <cx:pt idx="799">45871.098611111112</cx:pt>
          <cx:pt idx="800">45883.033333333333</cx:pt>
          <cx:pt idx="801">45839.508333333331</cx:pt>
          <cx:pt idx="802">45849.314583333333</cx:pt>
          <cx:pt idx="803">45889.436111111114</cx:pt>
          <cx:pt idx="804">45882.786111111112</cx:pt>
          <cx:pt idx="805">45862.225694444445</cx:pt>
          <cx:pt idx="806">45899.040972222225</cx:pt>
          <cx:pt idx="807">45851.363888888889</cx:pt>
          <cx:pt idx="808">45866.802777777775</cx:pt>
          <cx:pt idx="809">45839.939583333333</cx:pt>
          <cx:pt idx="810">45884.258333333331</cx:pt>
          <cx:pt idx="811">45863.185416666667</cx:pt>
          <cx:pt idx="812">45865.226388888892</cx:pt>
          <cx:pt idx="813">45854.811111111114</cx:pt>
          <cx:pt idx="814">45844.020833333336</cx:pt>
          <cx:pt idx="815">45884.574305555558</cx:pt>
          <cx:pt idx="816">45842.457638888889</cx:pt>
          <cx:pt idx="817">45871.808333333334</cx:pt>
          <cx:pt idx="818">45841.757638888892</cx:pt>
          <cx:pt idx="819">45847.097222222219</cx:pt>
          <cx:pt idx="820">45846.418055555558</cx:pt>
          <cx:pt idx="821">45898.554166666669</cx:pt>
          <cx:pt idx="822">45872.435416666667</cx:pt>
          <cx:pt idx="823">45874.902777777781</cx:pt>
          <cx:pt idx="824">45842.299305555556</cx:pt>
          <cx:pt idx="825">45846.626388888886</cx:pt>
          <cx:pt idx="826">45870.162499999999</cx:pt>
          <cx:pt idx="827">45844.288194444445</cx:pt>
          <cx:pt idx="828">45875.900694444441</cx:pt>
          <cx:pt idx="829">45865.09375</cx:pt>
          <cx:pt idx="830">45857.904861111114</cx:pt>
          <cx:pt idx="831">45840.103472222225</cx:pt>
          <cx:pt idx="832">45877.875</cx:pt>
          <cx:pt idx="833">45847.288194444445</cx:pt>
          <cx:pt idx="834">45886.107638888891</cx:pt>
          <cx:pt idx="835">45855.21875</cx:pt>
          <cx:pt idx="836">45893.256944444445</cx:pt>
          <cx:pt idx="837">45858.660416666666</cx:pt>
          <cx:pt idx="838">45861.879166666666</cx:pt>
          <cx:pt idx="839">45867.520833333336</cx:pt>
          <cx:pt idx="840">45890.48541666667</cx:pt>
          <cx:pt idx="841">45871.436805555553</cx:pt>
          <cx:pt idx="842">45879.856249999997</cx:pt>
          <cx:pt idx="843">45858.172222222223</cx:pt>
          <cx:pt idx="844">45857.752083333333</cx:pt>
          <cx:pt idx="845">45866.54583333333</cx:pt>
          <cx:pt idx="846">45855.753472222219</cx:pt>
          <cx:pt idx="847">45850.245138888888</cx:pt>
          <cx:pt idx="848">45876.978472222225</cx:pt>
          <cx:pt idx="849">45860.217361111114</cx:pt>
          <cx:pt idx="850">45873</cx:pt>
          <cx:pt idx="851">45883.538194444445</cx:pt>
          <cx:pt idx="852">45891.807638888888</cx:pt>
          <cx:pt idx="853">45847.166666666664</cx:pt>
          <cx:pt idx="854">45852.65347222222</cx:pt>
          <cx:pt idx="855">45844.40902777778</cx:pt>
          <cx:pt idx="856">45849.199305555558</cx:pt>
          <cx:pt idx="857">45894.609027777777</cx:pt>
          <cx:pt idx="858">45860.004166666666</cx:pt>
          <cx:pt idx="859">45886.776388888888</cx:pt>
          <cx:pt idx="860">45864.647222222222</cx:pt>
          <cx:pt idx="861">45872.018750000003</cx:pt>
          <cx:pt idx="862">45895.629861111112</cx:pt>
          <cx:pt idx="863">45840.220833333333</cx:pt>
          <cx:pt idx="864">45853.676388888889</cx:pt>
          <cx:pt idx="865">45847.406944444447</cx:pt>
          <cx:pt idx="866">45890.23541666667</cx:pt>
          <cx:pt idx="867">45850.256944444445</cx:pt>
          <cx:pt idx="868">45854.274305555555</cx:pt>
          <cx:pt idx="869">45882.21597222222</cx:pt>
          <cx:pt idx="870">45860.546527777777</cx:pt>
          <cx:pt idx="871">45855.451388888891</cx:pt>
          <cx:pt idx="872">45893.954861111109</cx:pt>
          <cx:pt idx="873">45890.620138888888</cx:pt>
          <cx:pt idx="874">45889.161111111112</cx:pt>
          <cx:pt idx="875">45894.290277777778</cx:pt>
          <cx:pt idx="876">45870.996527777781</cx:pt>
          <cx:pt idx="877">45846.269444444442</cx:pt>
          <cx:pt idx="878">45860.397222222222</cx:pt>
          <cx:pt idx="879">45879.885416666664</cx:pt>
          <cx:pt idx="880">45847.55972222222</cx:pt>
          <cx:pt idx="881">45899.019444444442</cx:pt>
          <cx:pt idx="882">45860.434027777781</cx:pt>
          <cx:pt idx="883">45864.070833333331</cx:pt>
          <cx:pt idx="884">45879.95208333333</cx:pt>
          <cx:pt idx="885">45895.905555555553</cx:pt>
          <cx:pt idx="886">45891.372916666667</cx:pt>
          <cx:pt idx="887">45895.73541666667</cx:pt>
          <cx:pt idx="888">45888.288888888892</cx:pt>
          <cx:pt idx="889">45885.990972222222</cx:pt>
          <cx:pt idx="890">45852.105555555558</cx:pt>
          <cx:pt idx="891">45840.734027777777</cx:pt>
          <cx:pt idx="892">45846.960416666669</cx:pt>
          <cx:pt idx="893">45846.074999999997</cx:pt>
          <cx:pt idx="894">45886.020138888889</cx:pt>
          <cx:pt idx="895">45893.801388888889</cx:pt>
          <cx:pt idx="896">45872.96875</cx:pt>
          <cx:pt idx="897">45868.131249999999</cx:pt>
          <cx:pt idx="898">45842.580555555556</cx:pt>
          <cx:pt idx="899">45882.684027777781</cx:pt>
          <cx:pt idx="900">45870.852083333331</cx:pt>
          <cx:pt idx="901">45848.672222222223</cx:pt>
          <cx:pt idx="902">45846.925694444442</cx:pt>
          <cx:pt idx="903">45897.151388888888</cx:pt>
          <cx:pt idx="904">45875.376388888886</cx:pt>
          <cx:pt idx="905">45858.396527777775</cx:pt>
          <cx:pt idx="906">45842.413888888892</cx:pt>
          <cx:pt idx="907">45874.461111111108</cx:pt>
          <cx:pt idx="908">45858.769444444442</cx:pt>
          <cx:pt idx="909">45847.188888888886</cx:pt>
          <cx:pt idx="910">45894.972222222219</cx:pt>
          <cx:pt idx="911">45896.51458333333</cx:pt>
          <cx:pt idx="912">45894.239583333336</cx:pt>
          <cx:pt idx="913">45880.711805555555</cx:pt>
          <cx:pt idx="914">45875.675000000003</cx:pt>
          <cx:pt idx="915">45881.71597222222</cx:pt>
          <cx:pt idx="916">45892.953472222223</cx:pt>
          <cx:pt idx="917">45877.434027777781</cx:pt>
          <cx:pt idx="918">45850.542361111111</cx:pt>
          <cx:pt idx="919">45844.129166666666</cx:pt>
          <cx:pt idx="920">45888.089583333334</cx:pt>
          <cx:pt idx="921">45859.209027777775</cx:pt>
          <cx:pt idx="922">45859.18472222222</cx:pt>
          <cx:pt idx="923">45842.260416666664</cx:pt>
          <cx:pt idx="924">45887.683333333334</cx:pt>
          <cx:pt idx="925">45868.726388888892</cx:pt>
          <cx:pt idx="926">45856.734027777777</cx:pt>
          <cx:pt idx="927">45875.561111111114</cx:pt>
          <cx:pt idx="928">45862.715277777781</cx:pt>
          <cx:pt idx="929">45867.041666666664</cx:pt>
          <cx:pt idx="930">45842.636805555558</cx:pt>
          <cx:pt idx="931">45876.679166666669</cx:pt>
          <cx:pt idx="932">45858.100694444445</cx:pt>
          <cx:pt idx="933">45895.550694444442</cx:pt>
          <cx:pt idx="934">45887.936111111114</cx:pt>
          <cx:pt idx="935">45868.806250000001</cx:pt>
          <cx:pt idx="936">45869.039583333331</cx:pt>
          <cx:pt idx="937">45887.523611111108</cx:pt>
          <cx:pt idx="938">45896.894444444442</cx:pt>
          <cx:pt idx="939">45863.245138888888</cx:pt>
          <cx:pt idx="940">45862.269444444442</cx:pt>
          <cx:pt idx="941">45851.119444444441</cx:pt>
          <cx:pt idx="942">45862.053472222222</cx:pt>
          <cx:pt idx="943">45891.850694444445</cx:pt>
          <cx:pt idx="944">45849.716666666667</cx:pt>
          <cx:pt idx="945">45876.199305555558</cx:pt>
          <cx:pt idx="946">45885.341666666667</cx:pt>
          <cx:pt idx="947">45855.899305555555</cx:pt>
          <cx:pt idx="948">45893.435416666667</cx:pt>
          <cx:pt idx="949">45882.686805555553</cx:pt>
          <cx:pt idx="950">45856.56527777778</cx:pt>
          <cx:pt idx="951">45844.785416666666</cx:pt>
          <cx:pt idx="952">45897.300000000003</cx:pt>
          <cx:pt idx="953">45869.57708333333</cx:pt>
          <cx:pt idx="954">45845.635416666664</cx:pt>
          <cx:pt idx="955">45889.294444444444</cx:pt>
          <cx:pt idx="956">45876.128472222219</cx:pt>
          <cx:pt idx="957">45895.919444444444</cx:pt>
          <cx:pt idx="958">45858.819444444445</cx:pt>
          <cx:pt idx="959">45857.517361111109</cx:pt>
          <cx:pt idx="960">45889.902083333334</cx:pt>
          <cx:pt idx="961">45878.13958333333</cx:pt>
          <cx:pt idx="962">45860.758333333331</cx:pt>
          <cx:pt idx="963">45896.755555555559</cx:pt>
          <cx:pt idx="964">45885.811111111114</cx:pt>
          <cx:pt idx="965">45858.768750000003</cx:pt>
          <cx:pt idx="966">45895.742361111108</cx:pt>
          <cx:pt idx="967">45857.458333333336</cx:pt>
          <cx:pt idx="968">45871.745833333334</cx:pt>
          <cx:pt idx="969">45889.097916666666</cx:pt>
          <cx:pt idx="970">45893.775000000001</cx:pt>
          <cx:pt idx="971">45849.145138888889</cx:pt>
          <cx:pt idx="972">45897.027777777781</cx:pt>
          <cx:pt idx="973">45854.657638888886</cx:pt>
          <cx:pt idx="974">45864.244444444441</cx:pt>
          <cx:pt idx="975">45861.024305555555</cx:pt>
          <cx:pt idx="976">45897.459722222222</cx:pt>
          <cx:pt idx="977">45850.330555555556</cx:pt>
          <cx:pt idx="978">45850.250694444447</cx:pt>
          <cx:pt idx="979">45863.868055555555</cx:pt>
          <cx:pt idx="980">45868.307638888888</cx:pt>
          <cx:pt idx="981">45895.580555555556</cx:pt>
          <cx:pt idx="982">45889.258333333331</cx:pt>
          <cx:pt idx="983">45866.84375</cx:pt>
          <cx:pt idx="984">45889.180555555555</cx:pt>
          <cx:pt idx="985">45876.634027777778</cx:pt>
          <cx:pt idx="986">45849.683333333334</cx:pt>
          <cx:pt idx="987">45872.59097222222</cx:pt>
          <cx:pt idx="988">45869.359027777777</cx:pt>
          <cx:pt idx="989">45853.269444444442</cx:pt>
          <cx:pt idx="990">45866.525000000001</cx:pt>
          <cx:pt idx="991">45844.199999999997</cx:pt>
          <cx:pt idx="992">45876.061805555553</cx:pt>
          <cx:pt idx="993">45866.557638888888</cx:pt>
          <cx:pt idx="994">45840.227777777778</cx:pt>
          <cx:pt idx="995">45857.688888888886</cx:pt>
          <cx:pt idx="996">45846.099305555559</cx:pt>
          <cx:pt idx="997">45855.407638888886</cx:pt>
          <cx:pt idx="998">45847.949305555558</cx:pt>
          <cx:pt idx="999">45891.493055555555</cx:pt>
        </cx:lvl>
      </cx:numDim>
    </cx:data>
  </cx:chartData>
  <cx:chart>
    <cx:title pos="t" align="ctr" overlay="0">
      <cx:tx>
        <cx:rich>
          <a:bodyPr spcFirstLastPara="1" vertOverflow="ellipsis" horzOverflow="overflow" wrap="square" lIns="0" tIns="0" rIns="0" bIns="0" anchor="ctr" anchorCtr="1"/>
          <a:lstStyle/>
          <a:p>
            <a:pPr algn="ctr" rtl="0">
              <a:defRPr/>
            </a:pPr>
            <a:r>
              <a:rPr lang="en-US" sz="1400" b="0" i="0" u="none" strike="noStrike" cap="none" baseline="0" dirty="0">
                <a:solidFill>
                  <a:prstClr val="white">
                    <a:lumMod val="65000"/>
                    <a:lumOff val="35000"/>
                  </a:prstClr>
                </a:solidFill>
                <a:effectLst>
                  <a:outerShdw blurRad="47625" dist="12700" dir="2700000" algn="tl" rotWithShape="0">
                    <a:srgbClr val="000000">
                      <a:alpha val="36000"/>
                    </a:srgbClr>
                  </a:outerShdw>
                </a:effectLst>
                <a:latin typeface="Tw Cen MT" panose="020B0602020104020603"/>
                <a:ea typeface="Calibri" panose="020F0502020204030204" pitchFamily="34" charset="0"/>
                <a:cs typeface="Calibri" panose="020F0502020204030204" pitchFamily="34" charset="0"/>
              </a:rPr>
              <a:t>The Last Checkpoint And Time</a:t>
            </a:r>
            <a:r>
              <a:rPr lang="en-US" sz="1400" b="0" i="0" u="none" strike="noStrike" cap="all" baseline="0" dirty="0">
                <a:solidFill>
                  <a:prstClr val="white">
                    <a:lumMod val="65000"/>
                    <a:lumOff val="35000"/>
                  </a:prstClr>
                </a:solidFill>
                <a:effectLst>
                  <a:outerShdw blurRad="47625" dist="12700" dir="2700000" algn="tl" rotWithShape="0">
                    <a:srgbClr val="000000">
                      <a:alpha val="36000"/>
                    </a:srgbClr>
                  </a:outerShdw>
                </a:effectLst>
                <a:latin typeface="Tw Cen MT" panose="020B0602020104020603"/>
                <a:ea typeface="Calibri" panose="020F0502020204030204" pitchFamily="34" charset="0"/>
                <a:cs typeface="Calibri" panose="020F0502020204030204" pitchFamily="34" charset="0"/>
              </a:rPr>
              <a:t>.</a:t>
            </a:r>
            <a:endParaRPr lang="en-US" sz="1400" b="0" i="0" u="none" strike="noStrike" baseline="0" dirty="0">
              <a:solidFill>
                <a:prstClr val="white">
                  <a:lumMod val="65000"/>
                  <a:lumOff val="35000"/>
                </a:prstClr>
              </a:solidFill>
              <a:latin typeface="Tw Cen MT" panose="020B0602020104020603"/>
            </a:endParaRPr>
          </a:p>
        </cx:rich>
      </cx:tx>
    </cx:title>
    <cx:plotArea>
      <cx:plotAreaRegion>
        <cx:series layoutId="boxWhisker" uniqueId="{EF8E62E4-1BD4-413F-B21B-E0C68B850A51}">
          <cx:tx>
            <cx:txData>
              <cx:f>'12'!$C$1</cx:f>
              <cx:v>Last_Checkpoint_Time</cx:v>
            </cx:txData>
          </cx:tx>
          <cx:dataId val="0"/>
          <cx:layoutPr>
            <cx:visibility meanLine="0" meanMarker="1" nonoutliers="0" outliers="1"/>
            <cx:statistics quartileMethod="exclusive"/>
          </cx:layoutPr>
        </cx:series>
      </cx:plotAreaRegion>
      <cx:axis id="0">
        <cx:catScaling gapWidth="1"/>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a:solidFill>
          <a:schemeClr val="tx1">
            <a:lumMod val="15000"/>
            <a:lumOff val="85000"/>
          </a:schemeClr>
        </a:solidFill>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19050" cap="rnd">
        <a:solidFill>
          <a:schemeClr val="phClr">
            <a:alpha val="60000"/>
          </a:schemeClr>
        </a:solidFill>
        <a:round/>
      </a:ln>
    </cs:spPr>
  </cs:dataPointLine>
  <cs:dataPointMarker>
    <cs:lnRef idx="0">
      <cs:styleClr val="auto"/>
    </cs:lnRef>
    <cs:fillRef idx="0">
      <cs:styleClr val="auto"/>
    </cs:fillRef>
    <cs:effectRef idx="0"/>
    <cs:fontRef idx="minor">
      <a:schemeClr val="dk1"/>
    </cs:fontRef>
    <cs:spPr>
      <a:solidFill>
        <a:schemeClr val="lt1"/>
      </a:solidFill>
      <a:ln w="38100">
        <a:solidFill>
          <a:schemeClr val="phClr">
            <a:alpha val="60000"/>
          </a:schemeClr>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15000"/>
            <a:lumOff val="8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a:solidFill>
          <a:schemeClr val="tx1">
            <a:lumMod val="15000"/>
            <a:lumOff val="85000"/>
          </a:schemeClr>
        </a:solidFill>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a:solidFill>
          <a:schemeClr val="tx1">
            <a:lumMod val="25000"/>
            <a:lumOff val="75000"/>
          </a:schemeClr>
        </a:solidFill>
      </a:ln>
    </cs:spPr>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0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229A3-A9DF-42AA-8FE9-2590502920BC}"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93BA34-A404-4958-BFFB-E92A4C3C54CD}" type="slidenum">
              <a:rPr lang="en-IN" smtClean="0"/>
              <a:t>‹#›</a:t>
            </a:fld>
            <a:endParaRPr lang="en-IN"/>
          </a:p>
        </p:txBody>
      </p:sp>
    </p:spTree>
    <p:extLst>
      <p:ext uri="{BB962C8B-B14F-4D97-AF65-F5344CB8AC3E}">
        <p14:creationId xmlns:p14="http://schemas.microsoft.com/office/powerpoint/2010/main" val="1173714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Tridev pal</a:t>
            </a:r>
          </a:p>
        </p:txBody>
      </p:sp>
      <p:sp>
        <p:nvSpPr>
          <p:cNvPr id="4" name="Slide Number Placeholder 3"/>
          <p:cNvSpPr>
            <a:spLocks noGrp="1"/>
          </p:cNvSpPr>
          <p:nvPr>
            <p:ph type="sldNum" sz="quarter" idx="5"/>
          </p:nvPr>
        </p:nvSpPr>
        <p:spPr/>
        <p:txBody>
          <a:bodyPr/>
          <a:lstStyle/>
          <a:p>
            <a:fld id="{A393BA34-A404-4958-BFFB-E92A4C3C54CD}" type="slidenum">
              <a:rPr lang="en-IN" smtClean="0"/>
              <a:t>1</a:t>
            </a:fld>
            <a:endParaRPr lang="en-IN"/>
          </a:p>
        </p:txBody>
      </p:sp>
    </p:spTree>
    <p:extLst>
      <p:ext uri="{BB962C8B-B14F-4D97-AF65-F5344CB8AC3E}">
        <p14:creationId xmlns:p14="http://schemas.microsoft.com/office/powerpoint/2010/main" val="248111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ctrTitle"/>
          </p:nvPr>
        </p:nvSpPr>
        <p:spPr>
          <a:xfrm>
            <a:off x="2711561" y="2014411"/>
            <a:ext cx="13457017" cy="3885795"/>
          </a:xfrm>
        </p:spPr>
        <p:txBody>
          <a:bodyPr anchor="b">
            <a:normAutofit/>
          </a:bodyPr>
          <a:lstStyle>
            <a:lvl1pPr algn="ctr">
              <a:defRPr sz="7433"/>
            </a:lvl1pPr>
          </a:lstStyle>
          <a:p>
            <a:r>
              <a:rPr lang="en-US"/>
              <a:t>Click to edit Master title style</a:t>
            </a:r>
            <a:endParaRPr lang="en-US" dirty="0"/>
          </a:p>
        </p:txBody>
      </p:sp>
      <p:sp>
        <p:nvSpPr>
          <p:cNvPr id="3" name="Subtitle 2"/>
          <p:cNvSpPr>
            <a:spLocks noGrp="1"/>
          </p:cNvSpPr>
          <p:nvPr>
            <p:ph type="subTitle" idx="1"/>
          </p:nvPr>
        </p:nvSpPr>
        <p:spPr>
          <a:xfrm>
            <a:off x="2711561" y="6018214"/>
            <a:ext cx="13457017" cy="2124073"/>
          </a:xfrm>
        </p:spPr>
        <p:txBody>
          <a:bodyPr>
            <a:normAutofit/>
          </a:bodyPr>
          <a:lstStyle>
            <a:lvl1pPr marL="0" indent="0" algn="ctr">
              <a:buNone/>
              <a:defRPr sz="3407">
                <a:solidFill>
                  <a:schemeClr val="tx1">
                    <a:lumMod val="75000"/>
                  </a:schemeClr>
                </a:solidFill>
              </a:defRPr>
            </a:lvl1pPr>
            <a:lvl2pPr marL="708020" indent="0" algn="ctr">
              <a:buNone/>
              <a:defRPr sz="3097"/>
            </a:lvl2pPr>
            <a:lvl3pPr marL="1416040" indent="0" algn="ctr">
              <a:buNone/>
              <a:defRPr sz="2787"/>
            </a:lvl3pPr>
            <a:lvl4pPr marL="2124060" indent="0" algn="ctr">
              <a:buNone/>
              <a:defRPr sz="2478"/>
            </a:lvl4pPr>
            <a:lvl5pPr marL="2832080" indent="0" algn="ctr">
              <a:buNone/>
              <a:defRPr sz="2478"/>
            </a:lvl5pPr>
            <a:lvl6pPr marL="3540100" indent="0" algn="ctr">
              <a:buNone/>
              <a:defRPr sz="2478"/>
            </a:lvl6pPr>
            <a:lvl7pPr marL="4248120" indent="0" algn="ctr">
              <a:buNone/>
              <a:defRPr sz="2478"/>
            </a:lvl7pPr>
            <a:lvl8pPr marL="4956139" indent="0" algn="ctr">
              <a:buNone/>
              <a:defRPr sz="2478"/>
            </a:lvl8pPr>
            <a:lvl9pPr marL="5664159" indent="0" algn="ctr">
              <a:buNone/>
              <a:defRPr sz="24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879CF1-85A9-4A5D-B549-9811729745C9}"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280736658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1415041" y="3665706"/>
            <a:ext cx="16049087" cy="53026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879CF1-85A9-4A5D-B549-9811729745C9}"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3919242981"/>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1415041" y="1283123"/>
            <a:ext cx="16030389" cy="4238268"/>
          </a:xfrm>
        </p:spPr>
        <p:txBody>
          <a:bodyPr anchor="b">
            <a:normAutofit/>
          </a:bodyPr>
          <a:lstStyle>
            <a:lvl1pPr>
              <a:defRPr sz="6194"/>
            </a:lvl1pPr>
          </a:lstStyle>
          <a:p>
            <a:r>
              <a:rPr lang="en-US"/>
              <a:t>Click to edit Master title style</a:t>
            </a:r>
            <a:endParaRPr lang="en-US" dirty="0"/>
          </a:p>
        </p:txBody>
      </p:sp>
      <p:sp>
        <p:nvSpPr>
          <p:cNvPr id="3" name="Text Placeholder 2"/>
          <p:cNvSpPr>
            <a:spLocks noGrp="1"/>
          </p:cNvSpPr>
          <p:nvPr>
            <p:ph type="body" idx="1"/>
          </p:nvPr>
        </p:nvSpPr>
        <p:spPr>
          <a:xfrm>
            <a:off x="1415041" y="5663980"/>
            <a:ext cx="16030389" cy="2118783"/>
          </a:xfrm>
        </p:spPr>
        <p:txBody>
          <a:bodyPr>
            <a:normAutofit/>
          </a:bodyPr>
          <a:lstStyle>
            <a:lvl1pPr marL="0" indent="0" algn="ctr">
              <a:buNone/>
              <a:defRPr sz="3097">
                <a:solidFill>
                  <a:schemeClr val="tx1">
                    <a:lumMod val="75000"/>
                  </a:schemeClr>
                </a:solidFill>
              </a:defRPr>
            </a:lvl1pPr>
            <a:lvl2pPr marL="708020" indent="0">
              <a:buNone/>
              <a:defRPr sz="3097">
                <a:solidFill>
                  <a:schemeClr val="tx1">
                    <a:tint val="75000"/>
                  </a:schemeClr>
                </a:solidFill>
              </a:defRPr>
            </a:lvl2pPr>
            <a:lvl3pPr marL="1416040" indent="0">
              <a:buNone/>
              <a:defRPr sz="2787">
                <a:solidFill>
                  <a:schemeClr val="tx1">
                    <a:tint val="75000"/>
                  </a:schemeClr>
                </a:solidFill>
              </a:defRPr>
            </a:lvl3pPr>
            <a:lvl4pPr marL="2124060" indent="0">
              <a:buNone/>
              <a:defRPr sz="2478">
                <a:solidFill>
                  <a:schemeClr val="tx1">
                    <a:tint val="75000"/>
                  </a:schemeClr>
                </a:solidFill>
              </a:defRPr>
            </a:lvl4pPr>
            <a:lvl5pPr marL="2832080" indent="0">
              <a:buNone/>
              <a:defRPr sz="2478">
                <a:solidFill>
                  <a:schemeClr val="tx1">
                    <a:tint val="75000"/>
                  </a:schemeClr>
                </a:solidFill>
              </a:defRPr>
            </a:lvl5pPr>
            <a:lvl6pPr marL="3540100" indent="0">
              <a:buNone/>
              <a:defRPr sz="2478">
                <a:solidFill>
                  <a:schemeClr val="tx1">
                    <a:tint val="75000"/>
                  </a:schemeClr>
                </a:solidFill>
              </a:defRPr>
            </a:lvl6pPr>
            <a:lvl7pPr marL="4248120" indent="0">
              <a:buNone/>
              <a:defRPr sz="2478">
                <a:solidFill>
                  <a:schemeClr val="tx1">
                    <a:tint val="75000"/>
                  </a:schemeClr>
                </a:solidFill>
              </a:defRPr>
            </a:lvl7pPr>
            <a:lvl8pPr marL="4956139" indent="0">
              <a:buNone/>
              <a:defRPr sz="2478">
                <a:solidFill>
                  <a:schemeClr val="tx1">
                    <a:tint val="75000"/>
                  </a:schemeClr>
                </a:solidFill>
              </a:defRPr>
            </a:lvl8pPr>
            <a:lvl9pPr marL="5664159" indent="0">
              <a:buNone/>
              <a:defRPr sz="247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9879CF1-85A9-4A5D-B549-9811729745C9}"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1058313250"/>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14" name="Title 1"/>
          <p:cNvSpPr>
            <a:spLocks noGrp="1"/>
          </p:cNvSpPr>
          <p:nvPr>
            <p:ph type="title"/>
          </p:nvPr>
        </p:nvSpPr>
        <p:spPr>
          <a:xfrm>
            <a:off x="1415043" y="957843"/>
            <a:ext cx="16050055" cy="247185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1415041" y="3665706"/>
            <a:ext cx="7907027" cy="53026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9558070" y="3665706"/>
            <a:ext cx="7906058" cy="53026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3463758473"/>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14" name="Title 1"/>
          <p:cNvSpPr>
            <a:spLocks noGrp="1"/>
          </p:cNvSpPr>
          <p:nvPr>
            <p:ph type="title"/>
          </p:nvPr>
        </p:nvSpPr>
        <p:spPr>
          <a:xfrm>
            <a:off x="1415043" y="957843"/>
            <a:ext cx="16050055" cy="24718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75166" y="3671785"/>
            <a:ext cx="7546905" cy="1053046"/>
          </a:xfrm>
        </p:spPr>
        <p:txBody>
          <a:bodyPr anchor="b">
            <a:noAutofit/>
          </a:bodyPr>
          <a:lstStyle>
            <a:lvl1pPr marL="0" indent="0">
              <a:lnSpc>
                <a:spcPct val="85000"/>
              </a:lnSpc>
              <a:buNone/>
              <a:defRPr sz="4026"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12" name="Content Placeholder 3"/>
          <p:cNvSpPr>
            <a:spLocks noGrp="1"/>
          </p:cNvSpPr>
          <p:nvPr>
            <p:ph sz="quarter" idx="13"/>
          </p:nvPr>
        </p:nvSpPr>
        <p:spPr>
          <a:xfrm>
            <a:off x="1415042" y="4724832"/>
            <a:ext cx="7907029" cy="4243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905294" y="3671785"/>
            <a:ext cx="7559804" cy="1053046"/>
          </a:xfrm>
        </p:spPr>
        <p:txBody>
          <a:bodyPr anchor="b">
            <a:noAutofit/>
          </a:bodyPr>
          <a:lstStyle>
            <a:lvl1pPr marL="0" indent="0">
              <a:lnSpc>
                <a:spcPct val="85000"/>
              </a:lnSpc>
              <a:buNone/>
              <a:defRPr sz="4026"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13" name="Content Placeholder 5"/>
          <p:cNvSpPr>
            <a:spLocks noGrp="1"/>
          </p:cNvSpPr>
          <p:nvPr>
            <p:ph sz="quarter" idx="14"/>
          </p:nvPr>
        </p:nvSpPr>
        <p:spPr>
          <a:xfrm>
            <a:off x="9558071" y="4724832"/>
            <a:ext cx="7906059" cy="4243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879CF1-85A9-4A5D-B549-9811729745C9}"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3948509702"/>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879CF1-85A9-4A5D-B549-9811729745C9}"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1986920318"/>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Date Placeholder 1"/>
          <p:cNvSpPr>
            <a:spLocks noGrp="1"/>
          </p:cNvSpPr>
          <p:nvPr>
            <p:ph type="dt" sz="half" idx="10"/>
          </p:nvPr>
        </p:nvSpPr>
        <p:spPr/>
        <p:txBody>
          <a:bodyPr/>
          <a:lstStyle/>
          <a:p>
            <a:fld id="{A9879CF1-85A9-4A5D-B549-9811729745C9}" type="datetimeFigureOut">
              <a:rPr lang="en-IN" smtClean="0"/>
              <a:t>06-11-2025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4211382844"/>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1415042" y="944033"/>
            <a:ext cx="6094680" cy="3133231"/>
          </a:xfrm>
        </p:spPr>
        <p:txBody>
          <a:bodyPr anchor="b"/>
          <a:lstStyle>
            <a:lvl1pPr algn="ctr">
              <a:defRPr sz="4956"/>
            </a:lvl1pPr>
          </a:lstStyle>
          <a:p>
            <a:r>
              <a:rPr lang="en-US"/>
              <a:t>Click to edit Master title style</a:t>
            </a:r>
            <a:endParaRPr lang="en-US" dirty="0"/>
          </a:p>
        </p:txBody>
      </p:sp>
      <p:sp>
        <p:nvSpPr>
          <p:cNvPr id="10" name="Content Placeholder 2"/>
          <p:cNvSpPr>
            <a:spLocks noGrp="1"/>
          </p:cNvSpPr>
          <p:nvPr>
            <p:ph sz="quarter" idx="13"/>
          </p:nvPr>
        </p:nvSpPr>
        <p:spPr>
          <a:xfrm>
            <a:off x="7863724" y="944034"/>
            <a:ext cx="9601372" cy="80242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15042" y="4077264"/>
            <a:ext cx="6094681" cy="4891053"/>
          </a:xfrm>
        </p:spPr>
        <p:txBody>
          <a:bodyPr/>
          <a:lstStyle>
            <a:lvl1pPr marL="0" indent="0" algn="ctr">
              <a:buNone/>
              <a:defRPr sz="247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1078805895"/>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1415042" y="944033"/>
            <a:ext cx="9190702" cy="3133234"/>
          </a:xfrm>
        </p:spPr>
        <p:txBody>
          <a:bodyPr anchor="b"/>
          <a:lstStyle>
            <a:lvl1pPr algn="ctr">
              <a:defRPr sz="4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97811" y="944035"/>
            <a:ext cx="5041142" cy="8024283"/>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4956"/>
            </a:lvl1pPr>
            <a:lvl2pPr marL="708020" indent="0">
              <a:buNone/>
              <a:defRPr sz="4336"/>
            </a:lvl2pPr>
            <a:lvl3pPr marL="1416040" indent="0">
              <a:buNone/>
              <a:defRPr sz="3717"/>
            </a:lvl3pPr>
            <a:lvl4pPr marL="2124060" indent="0">
              <a:buNone/>
              <a:defRPr sz="3097"/>
            </a:lvl4pPr>
            <a:lvl5pPr marL="2832080" indent="0">
              <a:buNone/>
              <a:defRPr sz="3097"/>
            </a:lvl5pPr>
            <a:lvl6pPr marL="3540100" indent="0">
              <a:buNone/>
              <a:defRPr sz="3097"/>
            </a:lvl6pPr>
            <a:lvl7pPr marL="4248120" indent="0">
              <a:buNone/>
              <a:defRPr sz="3097"/>
            </a:lvl7pPr>
            <a:lvl8pPr marL="4956139" indent="0">
              <a:buNone/>
              <a:defRPr sz="3097"/>
            </a:lvl8pPr>
            <a:lvl9pPr marL="5664159" indent="0">
              <a:buNone/>
              <a:defRPr sz="3097"/>
            </a:lvl9pPr>
          </a:lstStyle>
          <a:p>
            <a:r>
              <a:rPr lang="en-US"/>
              <a:t>Click icon to add picture</a:t>
            </a:r>
            <a:endParaRPr lang="en-US" dirty="0"/>
          </a:p>
        </p:txBody>
      </p:sp>
      <p:sp>
        <p:nvSpPr>
          <p:cNvPr id="4" name="Text Placeholder 3"/>
          <p:cNvSpPr>
            <a:spLocks noGrp="1"/>
          </p:cNvSpPr>
          <p:nvPr>
            <p:ph type="body" sz="half" idx="2"/>
          </p:nvPr>
        </p:nvSpPr>
        <p:spPr>
          <a:xfrm>
            <a:off x="1415072" y="4077265"/>
            <a:ext cx="9190671" cy="4891051"/>
          </a:xfrm>
        </p:spPr>
        <p:txBody>
          <a:bodyPr/>
          <a:lstStyle>
            <a:lvl1pPr marL="0" indent="0" algn="ctr">
              <a:buNone/>
              <a:defRPr sz="247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319799100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1415072" y="6642572"/>
            <a:ext cx="16050025" cy="1256868"/>
          </a:xfrm>
        </p:spPr>
        <p:txBody>
          <a:bodyPr anchor="b"/>
          <a:lstStyle>
            <a:lvl1pPr>
              <a:defRPr sz="4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1834656" y="1081335"/>
            <a:ext cx="15210856" cy="4977447"/>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4956"/>
            </a:lvl1pPr>
            <a:lvl2pPr marL="708020" indent="0">
              <a:buNone/>
              <a:defRPr sz="4336"/>
            </a:lvl2pPr>
            <a:lvl3pPr marL="1416040" indent="0">
              <a:buNone/>
              <a:defRPr sz="3717"/>
            </a:lvl3pPr>
            <a:lvl4pPr marL="2124060" indent="0">
              <a:buNone/>
              <a:defRPr sz="3097"/>
            </a:lvl4pPr>
            <a:lvl5pPr marL="2832080" indent="0">
              <a:buNone/>
              <a:defRPr sz="3097"/>
            </a:lvl5pPr>
            <a:lvl6pPr marL="3540100" indent="0">
              <a:buNone/>
              <a:defRPr sz="3097"/>
            </a:lvl6pPr>
            <a:lvl7pPr marL="4248120" indent="0">
              <a:buNone/>
              <a:defRPr sz="3097"/>
            </a:lvl7pPr>
            <a:lvl8pPr marL="4956139" indent="0">
              <a:buNone/>
              <a:defRPr sz="3097"/>
            </a:lvl8pPr>
            <a:lvl9pPr marL="5664159" indent="0">
              <a:buNone/>
              <a:defRPr sz="3097"/>
            </a:lvl9pPr>
          </a:lstStyle>
          <a:p>
            <a:r>
              <a:rPr lang="en-US"/>
              <a:t>Click icon to add picture</a:t>
            </a:r>
            <a:endParaRPr lang="en-US" dirty="0"/>
          </a:p>
        </p:txBody>
      </p:sp>
      <p:sp>
        <p:nvSpPr>
          <p:cNvPr id="4" name="Text Placeholder 3"/>
          <p:cNvSpPr>
            <a:spLocks noGrp="1"/>
          </p:cNvSpPr>
          <p:nvPr>
            <p:ph type="body" sz="half" idx="2"/>
          </p:nvPr>
        </p:nvSpPr>
        <p:spPr>
          <a:xfrm>
            <a:off x="1415041" y="7911433"/>
            <a:ext cx="16050056" cy="1056884"/>
          </a:xfrm>
        </p:spPr>
        <p:txBody>
          <a:bodyPr/>
          <a:lstStyle>
            <a:lvl1pPr marL="0" indent="0" algn="ctr">
              <a:buNone/>
              <a:defRPr sz="247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2213786260"/>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1415041" y="944032"/>
            <a:ext cx="16050056" cy="5307470"/>
          </a:xfrm>
        </p:spPr>
        <p:txBody>
          <a:bodyPr anchor="ctr"/>
          <a:lstStyle>
            <a:lvl1pPr algn="ctr">
              <a:defRPr sz="4956"/>
            </a:lvl1pPr>
          </a:lstStyle>
          <a:p>
            <a:r>
              <a:rPr lang="en-US"/>
              <a:t>Click to edit Master title style</a:t>
            </a:r>
            <a:endParaRPr lang="en-US" dirty="0"/>
          </a:p>
        </p:txBody>
      </p:sp>
      <p:sp>
        <p:nvSpPr>
          <p:cNvPr id="4" name="Text Placeholder 3"/>
          <p:cNvSpPr>
            <a:spLocks noGrp="1"/>
          </p:cNvSpPr>
          <p:nvPr>
            <p:ph type="body" sz="half" idx="2"/>
          </p:nvPr>
        </p:nvSpPr>
        <p:spPr>
          <a:xfrm>
            <a:off x="1415043" y="6511632"/>
            <a:ext cx="16050056" cy="2456686"/>
          </a:xfrm>
        </p:spPr>
        <p:txBody>
          <a:bodyPr anchor="ctr"/>
          <a:lstStyle>
            <a:lvl1pPr marL="0" indent="0" algn="ctr">
              <a:buNone/>
              <a:defRPr sz="247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211585710"/>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2239557" y="944034"/>
            <a:ext cx="14405942" cy="4634844"/>
          </a:xfrm>
        </p:spPr>
        <p:txBody>
          <a:bodyPr anchor="ctr"/>
          <a:lstStyle>
            <a:lvl1pPr>
              <a:defRPr sz="4956"/>
            </a:lvl1pPr>
          </a:lstStyle>
          <a:p>
            <a:r>
              <a:rPr lang="en-US"/>
              <a:t>Click to edit Master title style</a:t>
            </a:r>
            <a:endParaRPr lang="en-US" dirty="0"/>
          </a:p>
        </p:txBody>
      </p:sp>
      <p:sp>
        <p:nvSpPr>
          <p:cNvPr id="12" name="Text Placeholder 3"/>
          <p:cNvSpPr>
            <a:spLocks noGrp="1"/>
          </p:cNvSpPr>
          <p:nvPr>
            <p:ph type="body" sz="half" idx="13"/>
          </p:nvPr>
        </p:nvSpPr>
        <p:spPr>
          <a:xfrm>
            <a:off x="2664535" y="5590536"/>
            <a:ext cx="13553528" cy="921095"/>
          </a:xfrm>
        </p:spPr>
        <p:txBody>
          <a:bodyPr anchor="t">
            <a:normAutofit/>
          </a:bodyPr>
          <a:lstStyle>
            <a:lvl1pPr marL="0" indent="0">
              <a:buNone/>
              <a:defRPr sz="216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4" name="Text Placeholder 3"/>
          <p:cNvSpPr>
            <a:spLocks noGrp="1"/>
          </p:cNvSpPr>
          <p:nvPr>
            <p:ph type="body" sz="half" idx="2"/>
          </p:nvPr>
        </p:nvSpPr>
        <p:spPr>
          <a:xfrm>
            <a:off x="1415041" y="6771761"/>
            <a:ext cx="16050056" cy="2200658"/>
          </a:xfrm>
        </p:spPr>
        <p:txBody>
          <a:bodyPr anchor="ctr">
            <a:normAutofit/>
          </a:bodyPr>
          <a:lstStyle>
            <a:lvl1pPr marL="0" indent="0" algn="ctr">
              <a:buNone/>
              <a:defRPr sz="247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
        <p:nvSpPr>
          <p:cNvPr id="13" name="TextBox 12"/>
          <p:cNvSpPr txBox="1"/>
          <p:nvPr/>
        </p:nvSpPr>
        <p:spPr>
          <a:xfrm>
            <a:off x="1550872" y="1167910"/>
            <a:ext cx="944007" cy="905591"/>
          </a:xfrm>
          <a:prstGeom prst="rect">
            <a:avLst/>
          </a:prstGeom>
        </p:spPr>
        <p:txBody>
          <a:bodyPr vert="horz" lIns="141601" tIns="70801" rIns="141601" bIns="70801"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389" dirty="0">
                <a:solidFill>
                  <a:schemeClr val="tx1"/>
                </a:solidFill>
                <a:effectLst/>
              </a:rPr>
              <a:t>“</a:t>
            </a:r>
          </a:p>
        </p:txBody>
      </p:sp>
      <p:sp>
        <p:nvSpPr>
          <p:cNvPr id="14" name="TextBox 13"/>
          <p:cNvSpPr txBox="1"/>
          <p:nvPr/>
        </p:nvSpPr>
        <p:spPr>
          <a:xfrm>
            <a:off x="16349094" y="4635888"/>
            <a:ext cx="944007" cy="905591"/>
          </a:xfrm>
          <a:prstGeom prst="rect">
            <a:avLst/>
          </a:prstGeom>
        </p:spPr>
        <p:txBody>
          <a:bodyPr vert="horz" lIns="141601" tIns="70801" rIns="141601" bIns="70801"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389" dirty="0">
                <a:solidFill>
                  <a:schemeClr val="tx1"/>
                </a:solidFill>
                <a:effectLst/>
              </a:rPr>
              <a:t>”</a:t>
            </a:r>
          </a:p>
        </p:txBody>
      </p:sp>
    </p:spTree>
    <p:extLst>
      <p:ext uri="{BB962C8B-B14F-4D97-AF65-F5344CB8AC3E}">
        <p14:creationId xmlns:p14="http://schemas.microsoft.com/office/powerpoint/2010/main" val="354036970"/>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a:xfrm>
            <a:off x="1415043" y="3312048"/>
            <a:ext cx="16050056" cy="3889856"/>
          </a:xfrm>
        </p:spPr>
        <p:txBody>
          <a:bodyPr anchor="b"/>
          <a:lstStyle>
            <a:lvl1pPr algn="ctr">
              <a:defRPr sz="4956"/>
            </a:lvl1pPr>
          </a:lstStyle>
          <a:p>
            <a:r>
              <a:rPr lang="en-US"/>
              <a:t>Click to edit Master title style</a:t>
            </a:r>
            <a:endParaRPr lang="en-US" dirty="0"/>
          </a:p>
        </p:txBody>
      </p:sp>
      <p:sp>
        <p:nvSpPr>
          <p:cNvPr id="4" name="Text Placeholder 3"/>
          <p:cNvSpPr>
            <a:spLocks noGrp="1"/>
          </p:cNvSpPr>
          <p:nvPr>
            <p:ph type="body" sz="half" idx="2"/>
          </p:nvPr>
        </p:nvSpPr>
        <p:spPr>
          <a:xfrm>
            <a:off x="1415043" y="7220144"/>
            <a:ext cx="16050056" cy="1766414"/>
          </a:xfrm>
        </p:spPr>
        <p:txBody>
          <a:bodyPr anchor="t"/>
          <a:lstStyle>
            <a:lvl1pPr marL="0" indent="0" algn="ctr">
              <a:buNone/>
              <a:defRPr sz="2478"/>
            </a:lvl1pPr>
            <a:lvl2pPr marL="708020" indent="0">
              <a:buNone/>
              <a:defRPr sz="2168"/>
            </a:lvl2pPr>
            <a:lvl3pPr marL="1416040" indent="0">
              <a:buNone/>
              <a:defRPr sz="1858"/>
            </a:lvl3pPr>
            <a:lvl4pPr marL="2124060" indent="0">
              <a:buNone/>
              <a:defRPr sz="1549"/>
            </a:lvl4pPr>
            <a:lvl5pPr marL="2832080" indent="0">
              <a:buNone/>
              <a:defRPr sz="1549"/>
            </a:lvl5pPr>
            <a:lvl6pPr marL="3540100" indent="0">
              <a:buNone/>
              <a:defRPr sz="1549"/>
            </a:lvl6pPr>
            <a:lvl7pPr marL="4248120" indent="0">
              <a:buNone/>
              <a:defRPr sz="1549"/>
            </a:lvl7pPr>
            <a:lvl8pPr marL="4956139" indent="0">
              <a:buNone/>
              <a:defRPr sz="1549"/>
            </a:lvl8pPr>
            <a:lvl9pPr marL="5664159" indent="0">
              <a:buNone/>
              <a:defRPr sz="1549"/>
            </a:lvl9pPr>
          </a:lstStyle>
          <a:p>
            <a:pPr lvl="0"/>
            <a:r>
              <a:rPr lang="en-US"/>
              <a:t>Click to edit Master text styles</a:t>
            </a:r>
          </a:p>
        </p:txBody>
      </p:sp>
      <p:sp>
        <p:nvSpPr>
          <p:cNvPr id="5" name="Date Placeholder 4"/>
          <p:cNvSpPr>
            <a:spLocks noGrp="1"/>
          </p:cNvSpPr>
          <p:nvPr>
            <p:ph type="dt" sz="half" idx="10"/>
          </p:nvPr>
        </p:nvSpPr>
        <p:spPr/>
        <p:txBody>
          <a:bodyPr/>
          <a:lstStyle/>
          <a:p>
            <a:fld id="{A9879CF1-85A9-4A5D-B549-9811729745C9}"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1183404342"/>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15" name="Title 1"/>
          <p:cNvSpPr>
            <a:spLocks noGrp="1"/>
          </p:cNvSpPr>
          <p:nvPr>
            <p:ph type="title"/>
          </p:nvPr>
        </p:nvSpPr>
        <p:spPr>
          <a:xfrm>
            <a:off x="1415041" y="944034"/>
            <a:ext cx="16050056" cy="2485666"/>
          </a:xfrm>
        </p:spPr>
        <p:txBody>
          <a:bodyPr/>
          <a:lstStyle/>
          <a:p>
            <a:r>
              <a:rPr lang="en-US"/>
              <a:t>Click to edit Master title style</a:t>
            </a:r>
            <a:endParaRPr lang="en-US" dirty="0"/>
          </a:p>
        </p:txBody>
      </p:sp>
      <p:sp>
        <p:nvSpPr>
          <p:cNvPr id="7" name="Text Placeholder 2"/>
          <p:cNvSpPr>
            <a:spLocks noGrp="1"/>
          </p:cNvSpPr>
          <p:nvPr>
            <p:ph type="body" idx="1"/>
          </p:nvPr>
        </p:nvSpPr>
        <p:spPr>
          <a:xfrm>
            <a:off x="1415041" y="3665706"/>
            <a:ext cx="5108688" cy="892406"/>
          </a:xfrm>
        </p:spPr>
        <p:txBody>
          <a:bodyPr anchor="b">
            <a:noAutofit/>
          </a:bodyPr>
          <a:lstStyle>
            <a:lvl1pPr marL="0" indent="0" algn="ctr">
              <a:lnSpc>
                <a:spcPct val="85000"/>
              </a:lnSpc>
              <a:buNone/>
              <a:defRPr sz="3717"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8" name="Text Placeholder 3"/>
          <p:cNvSpPr>
            <a:spLocks noGrp="1"/>
          </p:cNvSpPr>
          <p:nvPr>
            <p:ph type="body" sz="half" idx="15"/>
          </p:nvPr>
        </p:nvSpPr>
        <p:spPr>
          <a:xfrm>
            <a:off x="1415041" y="4558113"/>
            <a:ext cx="5108688" cy="4410204"/>
          </a:xfrm>
        </p:spPr>
        <p:txBody>
          <a:bodyPr anchor="t">
            <a:normAutofit/>
          </a:bodyPr>
          <a:lstStyle>
            <a:lvl1pPr marL="0" indent="0" algn="ctr">
              <a:buNone/>
              <a:defRPr sz="2168"/>
            </a:lvl1pPr>
            <a:lvl2pPr marL="708020" indent="0">
              <a:buNone/>
              <a:defRPr sz="1858"/>
            </a:lvl2pPr>
            <a:lvl3pPr marL="1416040" indent="0">
              <a:buNone/>
              <a:defRPr sz="1549"/>
            </a:lvl3pPr>
            <a:lvl4pPr marL="2124060" indent="0">
              <a:buNone/>
              <a:defRPr sz="1394"/>
            </a:lvl4pPr>
            <a:lvl5pPr marL="2832080" indent="0">
              <a:buNone/>
              <a:defRPr sz="1394"/>
            </a:lvl5pPr>
            <a:lvl6pPr marL="3540100" indent="0">
              <a:buNone/>
              <a:defRPr sz="1394"/>
            </a:lvl6pPr>
            <a:lvl7pPr marL="4248120" indent="0">
              <a:buNone/>
              <a:defRPr sz="1394"/>
            </a:lvl7pPr>
            <a:lvl8pPr marL="4956139" indent="0">
              <a:buNone/>
              <a:defRPr sz="1394"/>
            </a:lvl8pPr>
            <a:lvl9pPr marL="5664159" indent="0">
              <a:buNone/>
              <a:defRPr sz="1394"/>
            </a:lvl9pPr>
          </a:lstStyle>
          <a:p>
            <a:pPr lvl="0"/>
            <a:r>
              <a:rPr lang="en-US"/>
              <a:t>Click to edit Master text styles</a:t>
            </a:r>
          </a:p>
        </p:txBody>
      </p:sp>
      <p:sp>
        <p:nvSpPr>
          <p:cNvPr id="9" name="Text Placeholder 4"/>
          <p:cNvSpPr>
            <a:spLocks noGrp="1"/>
          </p:cNvSpPr>
          <p:nvPr>
            <p:ph type="body" sz="quarter" idx="3"/>
          </p:nvPr>
        </p:nvSpPr>
        <p:spPr>
          <a:xfrm>
            <a:off x="6894827" y="3665706"/>
            <a:ext cx="5097143" cy="892406"/>
          </a:xfrm>
        </p:spPr>
        <p:txBody>
          <a:bodyPr anchor="b">
            <a:noAutofit/>
          </a:bodyPr>
          <a:lstStyle>
            <a:lvl1pPr marL="0" indent="0" algn="ctr">
              <a:lnSpc>
                <a:spcPct val="85000"/>
              </a:lnSpc>
              <a:buNone/>
              <a:defRPr sz="3717"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10" name="Text Placeholder 3"/>
          <p:cNvSpPr>
            <a:spLocks noGrp="1"/>
          </p:cNvSpPr>
          <p:nvPr>
            <p:ph type="body" sz="half" idx="16"/>
          </p:nvPr>
        </p:nvSpPr>
        <p:spPr>
          <a:xfrm>
            <a:off x="6877729" y="4558113"/>
            <a:ext cx="5115463" cy="4410204"/>
          </a:xfrm>
        </p:spPr>
        <p:txBody>
          <a:bodyPr anchor="t">
            <a:normAutofit/>
          </a:bodyPr>
          <a:lstStyle>
            <a:lvl1pPr marL="0" indent="0" algn="ctr">
              <a:buNone/>
              <a:defRPr sz="2168"/>
            </a:lvl1pPr>
            <a:lvl2pPr marL="708020" indent="0">
              <a:buNone/>
              <a:defRPr sz="1858"/>
            </a:lvl2pPr>
            <a:lvl3pPr marL="1416040" indent="0">
              <a:buNone/>
              <a:defRPr sz="1549"/>
            </a:lvl3pPr>
            <a:lvl4pPr marL="2124060" indent="0">
              <a:buNone/>
              <a:defRPr sz="1394"/>
            </a:lvl4pPr>
            <a:lvl5pPr marL="2832080" indent="0">
              <a:buNone/>
              <a:defRPr sz="1394"/>
            </a:lvl5pPr>
            <a:lvl6pPr marL="3540100" indent="0">
              <a:buNone/>
              <a:defRPr sz="1394"/>
            </a:lvl6pPr>
            <a:lvl7pPr marL="4248120" indent="0">
              <a:buNone/>
              <a:defRPr sz="1394"/>
            </a:lvl7pPr>
            <a:lvl8pPr marL="4956139" indent="0">
              <a:buNone/>
              <a:defRPr sz="1394"/>
            </a:lvl8pPr>
            <a:lvl9pPr marL="5664159" indent="0">
              <a:buNone/>
              <a:defRPr sz="1394"/>
            </a:lvl9pPr>
          </a:lstStyle>
          <a:p>
            <a:pPr lvl="0"/>
            <a:r>
              <a:rPr lang="en-US"/>
              <a:t>Click to edit Master text styles</a:t>
            </a:r>
          </a:p>
        </p:txBody>
      </p:sp>
      <p:sp>
        <p:nvSpPr>
          <p:cNvPr id="11" name="Text Placeholder 4"/>
          <p:cNvSpPr>
            <a:spLocks noGrp="1"/>
          </p:cNvSpPr>
          <p:nvPr>
            <p:ph type="body" sz="quarter" idx="13"/>
          </p:nvPr>
        </p:nvSpPr>
        <p:spPr>
          <a:xfrm>
            <a:off x="12347192" y="3665706"/>
            <a:ext cx="5117905" cy="892406"/>
          </a:xfrm>
        </p:spPr>
        <p:txBody>
          <a:bodyPr anchor="b">
            <a:noAutofit/>
          </a:bodyPr>
          <a:lstStyle>
            <a:lvl1pPr marL="0" indent="0" algn="ctr">
              <a:lnSpc>
                <a:spcPct val="85000"/>
              </a:lnSpc>
              <a:buNone/>
              <a:defRPr sz="3717"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12" name="Text Placeholder 3"/>
          <p:cNvSpPr>
            <a:spLocks noGrp="1"/>
          </p:cNvSpPr>
          <p:nvPr>
            <p:ph type="body" sz="half" idx="17"/>
          </p:nvPr>
        </p:nvSpPr>
        <p:spPr>
          <a:xfrm>
            <a:off x="12347192" y="4558113"/>
            <a:ext cx="5117905" cy="4410204"/>
          </a:xfrm>
        </p:spPr>
        <p:txBody>
          <a:bodyPr anchor="t">
            <a:normAutofit/>
          </a:bodyPr>
          <a:lstStyle>
            <a:lvl1pPr marL="0" indent="0" algn="ctr">
              <a:buNone/>
              <a:defRPr sz="2168"/>
            </a:lvl1pPr>
            <a:lvl2pPr marL="708020" indent="0">
              <a:buNone/>
              <a:defRPr sz="1858"/>
            </a:lvl2pPr>
            <a:lvl3pPr marL="1416040" indent="0">
              <a:buNone/>
              <a:defRPr sz="1549"/>
            </a:lvl3pPr>
            <a:lvl4pPr marL="2124060" indent="0">
              <a:buNone/>
              <a:defRPr sz="1394"/>
            </a:lvl4pPr>
            <a:lvl5pPr marL="2832080" indent="0">
              <a:buNone/>
              <a:defRPr sz="1394"/>
            </a:lvl5pPr>
            <a:lvl6pPr marL="3540100" indent="0">
              <a:buNone/>
              <a:defRPr sz="1394"/>
            </a:lvl6pPr>
            <a:lvl7pPr marL="4248120" indent="0">
              <a:buNone/>
              <a:defRPr sz="1394"/>
            </a:lvl7pPr>
            <a:lvl8pPr marL="4956139" indent="0">
              <a:buNone/>
              <a:defRPr sz="1394"/>
            </a:lvl8pPr>
            <a:lvl9pPr marL="5664159" indent="0">
              <a:buNone/>
              <a:defRPr sz="1394"/>
            </a:lvl9pPr>
          </a:lstStyle>
          <a:p>
            <a:pPr lvl="0"/>
            <a:r>
              <a:rPr lang="en-US"/>
              <a:t>Click to edit Master text styles</a:t>
            </a:r>
          </a:p>
        </p:txBody>
      </p:sp>
      <p:sp>
        <p:nvSpPr>
          <p:cNvPr id="3" name="Date Placeholder 2"/>
          <p:cNvSpPr>
            <a:spLocks noGrp="1"/>
          </p:cNvSpPr>
          <p:nvPr>
            <p:ph type="dt" sz="half" idx="10"/>
          </p:nvPr>
        </p:nvSpPr>
        <p:spPr/>
        <p:txBody>
          <a:bodyPr/>
          <a:lstStyle/>
          <a:p>
            <a:fld id="{A9879CF1-85A9-4A5D-B549-9811729745C9}"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3019694590"/>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30" name="Title 1"/>
          <p:cNvSpPr>
            <a:spLocks noGrp="1"/>
          </p:cNvSpPr>
          <p:nvPr>
            <p:ph type="title"/>
          </p:nvPr>
        </p:nvSpPr>
        <p:spPr>
          <a:xfrm>
            <a:off x="1415041" y="945849"/>
            <a:ext cx="16050056" cy="2483851"/>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415042" y="6511631"/>
            <a:ext cx="5104713" cy="892406"/>
          </a:xfrm>
        </p:spPr>
        <p:txBody>
          <a:bodyPr anchor="b">
            <a:noAutofit/>
          </a:bodyPr>
          <a:lstStyle>
            <a:lvl1pPr marL="0" indent="0" algn="ctr">
              <a:lnSpc>
                <a:spcPct val="85000"/>
              </a:lnSpc>
              <a:buNone/>
              <a:defRPr sz="3407"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20" name="Picture Placeholder 2"/>
          <p:cNvSpPr>
            <a:spLocks noGrp="1" noChangeAspect="1"/>
          </p:cNvSpPr>
          <p:nvPr>
            <p:ph type="pic" idx="15"/>
          </p:nvPr>
        </p:nvSpPr>
        <p:spPr>
          <a:xfrm>
            <a:off x="1415042" y="3665707"/>
            <a:ext cx="5104713" cy="2360083"/>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78"/>
            </a:lvl1pPr>
            <a:lvl2pPr marL="708020" indent="0">
              <a:buNone/>
              <a:defRPr sz="2478"/>
            </a:lvl2pPr>
            <a:lvl3pPr marL="1416040" indent="0">
              <a:buNone/>
              <a:defRPr sz="2478"/>
            </a:lvl3pPr>
            <a:lvl4pPr marL="2124060" indent="0">
              <a:buNone/>
              <a:defRPr sz="2478"/>
            </a:lvl4pPr>
            <a:lvl5pPr marL="2832080" indent="0">
              <a:buNone/>
              <a:defRPr sz="2478"/>
            </a:lvl5pPr>
            <a:lvl6pPr marL="3540100" indent="0">
              <a:buNone/>
              <a:defRPr sz="2478"/>
            </a:lvl6pPr>
            <a:lvl7pPr marL="4248120" indent="0">
              <a:buNone/>
              <a:defRPr sz="2478"/>
            </a:lvl7pPr>
            <a:lvl8pPr marL="4956139" indent="0">
              <a:buNone/>
              <a:defRPr sz="2478"/>
            </a:lvl8pPr>
            <a:lvl9pPr marL="5664159" indent="0">
              <a:buNone/>
              <a:defRPr sz="2478"/>
            </a:lvl9pPr>
          </a:lstStyle>
          <a:p>
            <a:r>
              <a:rPr lang="en-US"/>
              <a:t>Click icon to add picture</a:t>
            </a:r>
            <a:endParaRPr lang="en-US" dirty="0"/>
          </a:p>
        </p:txBody>
      </p:sp>
      <p:sp>
        <p:nvSpPr>
          <p:cNvPr id="21" name="Text Placeholder 3"/>
          <p:cNvSpPr>
            <a:spLocks noGrp="1"/>
          </p:cNvSpPr>
          <p:nvPr>
            <p:ph type="body" sz="half" idx="18"/>
          </p:nvPr>
        </p:nvSpPr>
        <p:spPr>
          <a:xfrm>
            <a:off x="1415042" y="7404037"/>
            <a:ext cx="5104713" cy="1564280"/>
          </a:xfrm>
        </p:spPr>
        <p:txBody>
          <a:bodyPr anchor="t">
            <a:normAutofit/>
          </a:bodyPr>
          <a:lstStyle>
            <a:lvl1pPr marL="0" indent="0" algn="ctr">
              <a:buNone/>
              <a:defRPr sz="2168"/>
            </a:lvl1pPr>
            <a:lvl2pPr marL="708020" indent="0">
              <a:buNone/>
              <a:defRPr sz="1858"/>
            </a:lvl2pPr>
            <a:lvl3pPr marL="1416040" indent="0">
              <a:buNone/>
              <a:defRPr sz="1549"/>
            </a:lvl3pPr>
            <a:lvl4pPr marL="2124060" indent="0">
              <a:buNone/>
              <a:defRPr sz="1394"/>
            </a:lvl4pPr>
            <a:lvl5pPr marL="2832080" indent="0">
              <a:buNone/>
              <a:defRPr sz="1394"/>
            </a:lvl5pPr>
            <a:lvl6pPr marL="3540100" indent="0">
              <a:buNone/>
              <a:defRPr sz="1394"/>
            </a:lvl6pPr>
            <a:lvl7pPr marL="4248120" indent="0">
              <a:buNone/>
              <a:defRPr sz="1394"/>
            </a:lvl7pPr>
            <a:lvl8pPr marL="4956139" indent="0">
              <a:buNone/>
              <a:defRPr sz="1394"/>
            </a:lvl8pPr>
            <a:lvl9pPr marL="5664159" indent="0">
              <a:buNone/>
              <a:defRPr sz="1394"/>
            </a:lvl9pPr>
          </a:lstStyle>
          <a:p>
            <a:pPr lvl="0"/>
            <a:r>
              <a:rPr lang="en-US"/>
              <a:t>Click to edit Master text styles</a:t>
            </a:r>
          </a:p>
        </p:txBody>
      </p:sp>
      <p:sp>
        <p:nvSpPr>
          <p:cNvPr id="22" name="Text Placeholder 4"/>
          <p:cNvSpPr>
            <a:spLocks noGrp="1"/>
          </p:cNvSpPr>
          <p:nvPr>
            <p:ph type="body" sz="quarter" idx="3"/>
          </p:nvPr>
        </p:nvSpPr>
        <p:spPr>
          <a:xfrm>
            <a:off x="6879913" y="6511631"/>
            <a:ext cx="5113104" cy="892406"/>
          </a:xfrm>
        </p:spPr>
        <p:txBody>
          <a:bodyPr anchor="b">
            <a:noAutofit/>
          </a:bodyPr>
          <a:lstStyle>
            <a:lvl1pPr marL="0" indent="0" algn="ctr">
              <a:lnSpc>
                <a:spcPct val="85000"/>
              </a:lnSpc>
              <a:buNone/>
              <a:defRPr sz="3407"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23" name="Picture Placeholder 2"/>
          <p:cNvSpPr>
            <a:spLocks noGrp="1" noChangeAspect="1"/>
          </p:cNvSpPr>
          <p:nvPr>
            <p:ph type="pic" idx="21"/>
          </p:nvPr>
        </p:nvSpPr>
        <p:spPr>
          <a:xfrm>
            <a:off x="6877728" y="3665707"/>
            <a:ext cx="5115464" cy="2360083"/>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78"/>
            </a:lvl1pPr>
            <a:lvl2pPr marL="708020" indent="0">
              <a:buNone/>
              <a:defRPr sz="2478"/>
            </a:lvl2pPr>
            <a:lvl3pPr marL="1416040" indent="0">
              <a:buNone/>
              <a:defRPr sz="2478"/>
            </a:lvl3pPr>
            <a:lvl4pPr marL="2124060" indent="0">
              <a:buNone/>
              <a:defRPr sz="2478"/>
            </a:lvl4pPr>
            <a:lvl5pPr marL="2832080" indent="0">
              <a:buNone/>
              <a:defRPr sz="2478"/>
            </a:lvl5pPr>
            <a:lvl6pPr marL="3540100" indent="0">
              <a:buNone/>
              <a:defRPr sz="2478"/>
            </a:lvl6pPr>
            <a:lvl7pPr marL="4248120" indent="0">
              <a:buNone/>
              <a:defRPr sz="2478"/>
            </a:lvl7pPr>
            <a:lvl8pPr marL="4956139" indent="0">
              <a:buNone/>
              <a:defRPr sz="2478"/>
            </a:lvl8pPr>
            <a:lvl9pPr marL="5664159" indent="0">
              <a:buNone/>
              <a:defRPr sz="2478"/>
            </a:lvl9pPr>
          </a:lstStyle>
          <a:p>
            <a:r>
              <a:rPr lang="en-US"/>
              <a:t>Click icon to add picture</a:t>
            </a:r>
            <a:endParaRPr lang="en-US" dirty="0"/>
          </a:p>
        </p:txBody>
      </p:sp>
      <p:sp>
        <p:nvSpPr>
          <p:cNvPr id="24" name="Text Placeholder 3"/>
          <p:cNvSpPr>
            <a:spLocks noGrp="1"/>
          </p:cNvSpPr>
          <p:nvPr>
            <p:ph type="body" sz="half" idx="19"/>
          </p:nvPr>
        </p:nvSpPr>
        <p:spPr>
          <a:xfrm>
            <a:off x="6877728" y="7404034"/>
            <a:ext cx="5115464" cy="1564282"/>
          </a:xfrm>
        </p:spPr>
        <p:txBody>
          <a:bodyPr anchor="t">
            <a:normAutofit/>
          </a:bodyPr>
          <a:lstStyle>
            <a:lvl1pPr marL="0" indent="0" algn="ctr">
              <a:buNone/>
              <a:defRPr sz="2168"/>
            </a:lvl1pPr>
            <a:lvl2pPr marL="708020" indent="0">
              <a:buNone/>
              <a:defRPr sz="1858"/>
            </a:lvl2pPr>
            <a:lvl3pPr marL="1416040" indent="0">
              <a:buNone/>
              <a:defRPr sz="1549"/>
            </a:lvl3pPr>
            <a:lvl4pPr marL="2124060" indent="0">
              <a:buNone/>
              <a:defRPr sz="1394"/>
            </a:lvl4pPr>
            <a:lvl5pPr marL="2832080" indent="0">
              <a:buNone/>
              <a:defRPr sz="1394"/>
            </a:lvl5pPr>
            <a:lvl6pPr marL="3540100" indent="0">
              <a:buNone/>
              <a:defRPr sz="1394"/>
            </a:lvl6pPr>
            <a:lvl7pPr marL="4248120" indent="0">
              <a:buNone/>
              <a:defRPr sz="1394"/>
            </a:lvl7pPr>
            <a:lvl8pPr marL="4956139" indent="0">
              <a:buNone/>
              <a:defRPr sz="1394"/>
            </a:lvl8pPr>
            <a:lvl9pPr marL="5664159" indent="0">
              <a:buNone/>
              <a:defRPr sz="1394"/>
            </a:lvl9pPr>
          </a:lstStyle>
          <a:p>
            <a:pPr lvl="0"/>
            <a:r>
              <a:rPr lang="en-US"/>
              <a:t>Click to edit Master text styles</a:t>
            </a:r>
          </a:p>
        </p:txBody>
      </p:sp>
      <p:sp>
        <p:nvSpPr>
          <p:cNvPr id="25" name="Text Placeholder 4"/>
          <p:cNvSpPr>
            <a:spLocks noGrp="1"/>
          </p:cNvSpPr>
          <p:nvPr>
            <p:ph type="body" sz="quarter" idx="13"/>
          </p:nvPr>
        </p:nvSpPr>
        <p:spPr>
          <a:xfrm>
            <a:off x="12347193" y="6511631"/>
            <a:ext cx="5111328" cy="892406"/>
          </a:xfrm>
        </p:spPr>
        <p:txBody>
          <a:bodyPr anchor="b">
            <a:noAutofit/>
          </a:bodyPr>
          <a:lstStyle>
            <a:lvl1pPr marL="0" indent="0" algn="ctr">
              <a:lnSpc>
                <a:spcPct val="85000"/>
              </a:lnSpc>
              <a:buNone/>
              <a:defRPr sz="3407" b="0">
                <a:solidFill>
                  <a:schemeClr val="tx1"/>
                </a:solidFill>
              </a:defRPr>
            </a:lvl1pPr>
            <a:lvl2pPr marL="708020" indent="0">
              <a:buNone/>
              <a:defRPr sz="3097" b="1"/>
            </a:lvl2pPr>
            <a:lvl3pPr marL="1416040" indent="0">
              <a:buNone/>
              <a:defRPr sz="2787" b="1"/>
            </a:lvl3pPr>
            <a:lvl4pPr marL="2124060" indent="0">
              <a:buNone/>
              <a:defRPr sz="2478" b="1"/>
            </a:lvl4pPr>
            <a:lvl5pPr marL="2832080" indent="0">
              <a:buNone/>
              <a:defRPr sz="2478" b="1"/>
            </a:lvl5pPr>
            <a:lvl6pPr marL="3540100" indent="0">
              <a:buNone/>
              <a:defRPr sz="2478" b="1"/>
            </a:lvl6pPr>
            <a:lvl7pPr marL="4248120" indent="0">
              <a:buNone/>
              <a:defRPr sz="2478" b="1"/>
            </a:lvl7pPr>
            <a:lvl8pPr marL="4956139" indent="0">
              <a:buNone/>
              <a:defRPr sz="2478" b="1"/>
            </a:lvl8pPr>
            <a:lvl9pPr marL="5664159" indent="0">
              <a:buNone/>
              <a:defRPr sz="2478" b="1"/>
            </a:lvl9pPr>
          </a:lstStyle>
          <a:p>
            <a:pPr lvl="0"/>
            <a:r>
              <a:rPr lang="en-US"/>
              <a:t>Click to edit Master text styles</a:t>
            </a:r>
          </a:p>
        </p:txBody>
      </p:sp>
      <p:sp>
        <p:nvSpPr>
          <p:cNvPr id="26" name="Picture Placeholder 2"/>
          <p:cNvSpPr>
            <a:spLocks noGrp="1" noChangeAspect="1"/>
          </p:cNvSpPr>
          <p:nvPr>
            <p:ph type="pic" idx="22"/>
          </p:nvPr>
        </p:nvSpPr>
        <p:spPr>
          <a:xfrm>
            <a:off x="12347192" y="3665707"/>
            <a:ext cx="5117905" cy="2360083"/>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2478"/>
            </a:lvl1pPr>
            <a:lvl2pPr marL="708020" indent="0">
              <a:buNone/>
              <a:defRPr sz="2478"/>
            </a:lvl2pPr>
            <a:lvl3pPr marL="1416040" indent="0">
              <a:buNone/>
              <a:defRPr sz="2478"/>
            </a:lvl3pPr>
            <a:lvl4pPr marL="2124060" indent="0">
              <a:buNone/>
              <a:defRPr sz="2478"/>
            </a:lvl4pPr>
            <a:lvl5pPr marL="2832080" indent="0">
              <a:buNone/>
              <a:defRPr sz="2478"/>
            </a:lvl5pPr>
            <a:lvl6pPr marL="3540100" indent="0">
              <a:buNone/>
              <a:defRPr sz="2478"/>
            </a:lvl6pPr>
            <a:lvl7pPr marL="4248120" indent="0">
              <a:buNone/>
              <a:defRPr sz="2478"/>
            </a:lvl7pPr>
            <a:lvl8pPr marL="4956139" indent="0">
              <a:buNone/>
              <a:defRPr sz="2478"/>
            </a:lvl8pPr>
            <a:lvl9pPr marL="5664159" indent="0">
              <a:buNone/>
              <a:defRPr sz="2478"/>
            </a:lvl9pPr>
          </a:lstStyle>
          <a:p>
            <a:r>
              <a:rPr lang="en-US"/>
              <a:t>Click icon to add picture</a:t>
            </a:r>
            <a:endParaRPr lang="en-US" dirty="0"/>
          </a:p>
        </p:txBody>
      </p:sp>
      <p:sp>
        <p:nvSpPr>
          <p:cNvPr id="27" name="Text Placeholder 3"/>
          <p:cNvSpPr>
            <a:spLocks noGrp="1"/>
          </p:cNvSpPr>
          <p:nvPr>
            <p:ph type="body" sz="half" idx="20"/>
          </p:nvPr>
        </p:nvSpPr>
        <p:spPr>
          <a:xfrm>
            <a:off x="12347000" y="7404031"/>
            <a:ext cx="5118098" cy="1564285"/>
          </a:xfrm>
        </p:spPr>
        <p:txBody>
          <a:bodyPr anchor="t">
            <a:normAutofit/>
          </a:bodyPr>
          <a:lstStyle>
            <a:lvl1pPr marL="0" indent="0" algn="ctr">
              <a:buNone/>
              <a:defRPr sz="2168"/>
            </a:lvl1pPr>
            <a:lvl2pPr marL="708020" indent="0">
              <a:buNone/>
              <a:defRPr sz="1858"/>
            </a:lvl2pPr>
            <a:lvl3pPr marL="1416040" indent="0">
              <a:buNone/>
              <a:defRPr sz="1549"/>
            </a:lvl3pPr>
            <a:lvl4pPr marL="2124060" indent="0">
              <a:buNone/>
              <a:defRPr sz="1394"/>
            </a:lvl4pPr>
            <a:lvl5pPr marL="2832080" indent="0">
              <a:buNone/>
              <a:defRPr sz="1394"/>
            </a:lvl5pPr>
            <a:lvl6pPr marL="3540100" indent="0">
              <a:buNone/>
              <a:defRPr sz="1394"/>
            </a:lvl6pPr>
            <a:lvl7pPr marL="4248120" indent="0">
              <a:buNone/>
              <a:defRPr sz="1394"/>
            </a:lvl7pPr>
            <a:lvl8pPr marL="4956139" indent="0">
              <a:buNone/>
              <a:defRPr sz="1394"/>
            </a:lvl8pPr>
            <a:lvl9pPr marL="5664159" indent="0">
              <a:buNone/>
              <a:defRPr sz="1394"/>
            </a:lvl9pPr>
          </a:lstStyle>
          <a:p>
            <a:pPr lvl="0"/>
            <a:r>
              <a:rPr lang="en-US"/>
              <a:t>Click to edit Master text styles</a:t>
            </a:r>
          </a:p>
        </p:txBody>
      </p:sp>
      <p:sp>
        <p:nvSpPr>
          <p:cNvPr id="3" name="Date Placeholder 2"/>
          <p:cNvSpPr>
            <a:spLocks noGrp="1"/>
          </p:cNvSpPr>
          <p:nvPr>
            <p:ph type="dt" sz="half" idx="10"/>
          </p:nvPr>
        </p:nvSpPr>
        <p:spPr/>
        <p:txBody>
          <a:bodyPr/>
          <a:lstStyle/>
          <a:p>
            <a:fld id="{A9879CF1-85A9-4A5D-B549-9811729745C9}" type="datetimeFigureOut">
              <a:rPr lang="en-IN" smtClean="0"/>
              <a:t>06-11-2025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235761810"/>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1415043" y="3665707"/>
            <a:ext cx="16050056" cy="530261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879CF1-85A9-4A5D-B549-9811729745C9}"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260752914"/>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880138" cy="10620375"/>
          </a:xfrm>
          <a:prstGeom prst="rect">
            <a:avLst/>
          </a:prstGeom>
        </p:spPr>
      </p:pic>
      <p:sp>
        <p:nvSpPr>
          <p:cNvPr id="2" name="Vertical Title 1"/>
          <p:cNvSpPr>
            <a:spLocks noGrp="1"/>
          </p:cNvSpPr>
          <p:nvPr>
            <p:ph type="title" orient="vert"/>
          </p:nvPr>
        </p:nvSpPr>
        <p:spPr>
          <a:xfrm>
            <a:off x="13511099" y="944036"/>
            <a:ext cx="3953998" cy="8024282"/>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1415042" y="944036"/>
            <a:ext cx="11860053" cy="802428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879CF1-85A9-4A5D-B549-9811729745C9}"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3194670555"/>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575"/>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879CF1-85A9-4A5D-B549-9811729745C9}"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941FDCB-96CB-44E3-A38B-D800A6E98B2D}" type="slidenum">
              <a:rPr lang="en-IN" smtClean="0"/>
              <a:t>‹#›</a:t>
            </a:fld>
            <a:endParaRPr lang="en-IN"/>
          </a:p>
        </p:txBody>
      </p:sp>
    </p:spTree>
    <p:extLst>
      <p:ext uri="{BB962C8B-B14F-4D97-AF65-F5344CB8AC3E}">
        <p14:creationId xmlns:p14="http://schemas.microsoft.com/office/powerpoint/2010/main" val="2626214488"/>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40000"/>
            <a:extLst>
              <a:ext uri="{28A0092B-C50C-407E-A947-70E740481C1C}">
                <a14:useLocalDpi xmlns:a14="http://schemas.microsoft.com/office/drawing/2010/main" val="0"/>
              </a:ext>
            </a:extLst>
          </a:blip>
          <a:srcRect/>
          <a:stretch>
            <a:fillRect/>
          </a:stretch>
        </p:blipFill>
        <p:spPr bwMode="auto">
          <a:xfrm>
            <a:off x="1" y="1"/>
            <a:ext cx="18880143" cy="106203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1415043" y="957843"/>
            <a:ext cx="16050055" cy="2471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15043" y="3665707"/>
            <a:ext cx="16050056" cy="530261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891044" y="9110906"/>
            <a:ext cx="4248031" cy="565437"/>
          </a:xfrm>
          <a:prstGeom prst="rect">
            <a:avLst/>
          </a:prstGeom>
        </p:spPr>
        <p:txBody>
          <a:bodyPr vert="horz" lIns="91440" tIns="45720" rIns="91440" bIns="45720" rtlCol="0" anchor="ctr"/>
          <a:lstStyle>
            <a:lvl1pPr algn="r">
              <a:defRPr sz="1549">
                <a:solidFill>
                  <a:schemeClr val="tx1"/>
                </a:solidFill>
              </a:defRPr>
            </a:lvl1pPr>
          </a:lstStyle>
          <a:p>
            <a:fld id="{A9879CF1-85A9-4A5D-B549-9811729745C9}" type="datetimeFigureOut">
              <a:rPr lang="en-IN" smtClean="0"/>
              <a:t>06-11-2025</a:t>
            </a:fld>
            <a:endParaRPr lang="en-IN"/>
          </a:p>
        </p:txBody>
      </p:sp>
      <p:sp>
        <p:nvSpPr>
          <p:cNvPr id="5" name="Footer Placeholder 4"/>
          <p:cNvSpPr>
            <a:spLocks noGrp="1"/>
          </p:cNvSpPr>
          <p:nvPr>
            <p:ph type="ftr" sz="quarter" idx="3"/>
          </p:nvPr>
        </p:nvSpPr>
        <p:spPr>
          <a:xfrm>
            <a:off x="1415042" y="9110906"/>
            <a:ext cx="10333418" cy="565437"/>
          </a:xfrm>
          <a:prstGeom prst="rect">
            <a:avLst/>
          </a:prstGeom>
        </p:spPr>
        <p:txBody>
          <a:bodyPr vert="horz" lIns="91440" tIns="45720" rIns="91440" bIns="45720" rtlCol="0" anchor="ctr"/>
          <a:lstStyle>
            <a:lvl1pPr algn="l">
              <a:defRPr sz="1549">
                <a:solidFill>
                  <a:schemeClr val="tx1"/>
                </a:solidFill>
              </a:defRPr>
            </a:lvl1pPr>
          </a:lstStyle>
          <a:p>
            <a:endParaRPr lang="en-IN"/>
          </a:p>
        </p:txBody>
      </p:sp>
      <p:sp>
        <p:nvSpPr>
          <p:cNvPr id="6" name="Slide Number Placeholder 5"/>
          <p:cNvSpPr>
            <a:spLocks noGrp="1"/>
          </p:cNvSpPr>
          <p:nvPr>
            <p:ph type="sldNum" sz="quarter" idx="4"/>
          </p:nvPr>
        </p:nvSpPr>
        <p:spPr>
          <a:xfrm>
            <a:off x="16281659" y="9110906"/>
            <a:ext cx="1183439" cy="565437"/>
          </a:xfrm>
          <a:prstGeom prst="rect">
            <a:avLst/>
          </a:prstGeom>
        </p:spPr>
        <p:txBody>
          <a:bodyPr vert="horz" lIns="91440" tIns="45720" rIns="91440" bIns="45720" rtlCol="0" anchor="ctr"/>
          <a:lstStyle>
            <a:lvl1pPr algn="r">
              <a:defRPr sz="1549">
                <a:solidFill>
                  <a:schemeClr val="tx1"/>
                </a:solidFill>
              </a:defRPr>
            </a:lvl1pPr>
          </a:lstStyle>
          <a:p>
            <a:fld id="{1941FDCB-96CB-44E3-A38B-D800A6E98B2D}" type="slidenum">
              <a:rPr lang="en-IN" smtClean="0"/>
              <a:t>‹#›</a:t>
            </a:fld>
            <a:endParaRPr lang="en-IN"/>
          </a:p>
        </p:txBody>
      </p:sp>
    </p:spTree>
    <p:extLst>
      <p:ext uri="{BB962C8B-B14F-4D97-AF65-F5344CB8AC3E}">
        <p14:creationId xmlns:p14="http://schemas.microsoft.com/office/powerpoint/2010/main" val="65408923"/>
      </p:ext>
    </p:extLst>
  </p:cSld>
  <p:clrMap bg1="dk1" tx1="lt1" bg2="dk2" tx2="lt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 id="2147484140" r:id="rId12"/>
    <p:sldLayoutId id="2147484141" r:id="rId13"/>
    <p:sldLayoutId id="2147484142" r:id="rId14"/>
    <p:sldLayoutId id="2147484143" r:id="rId15"/>
    <p:sldLayoutId id="2147484144" r:id="rId16"/>
    <p:sldLayoutId id="2147484145" r:id="rId17"/>
    <p:sldLayoutId id="2147484146" r:id="rId18"/>
  </p:sldLayoutIdLst>
  <p:transition spd="slow">
    <p:push dir="u"/>
  </p:transition>
  <p:txStyles>
    <p:titleStyle>
      <a:lvl1pPr algn="ctr" defTabSz="1416040" rtl="0" eaLnBrk="1" latinLnBrk="0" hangingPunct="1">
        <a:lnSpc>
          <a:spcPct val="90000"/>
        </a:lnSpc>
        <a:spcBef>
          <a:spcPct val="0"/>
        </a:spcBef>
        <a:buNone/>
        <a:defRPr sz="5575" kern="1200" cap="all" baseline="0">
          <a:solidFill>
            <a:schemeClr val="tx1"/>
          </a:solidFill>
          <a:effectLst>
            <a:outerShdw blurRad="38100" dist="38100" dir="2700000" algn="tl">
              <a:srgbClr val="000000">
                <a:alpha val="43137"/>
              </a:srgbClr>
            </a:outerShdw>
          </a:effectLst>
          <a:latin typeface="+mj-lt"/>
          <a:ea typeface="+mj-ea"/>
          <a:cs typeface="+mj-cs"/>
        </a:defRPr>
      </a:lvl1pPr>
    </p:titleStyle>
    <p:bodyStyle>
      <a:lvl1pPr marL="354010" indent="-354010" algn="l" defTabSz="1416040" rtl="0" eaLnBrk="1" latinLnBrk="0" hangingPunct="1">
        <a:lnSpc>
          <a:spcPct val="120000"/>
        </a:lnSpc>
        <a:spcBef>
          <a:spcPts val="1549"/>
        </a:spcBef>
        <a:buClr>
          <a:schemeClr val="tx1"/>
        </a:buClr>
        <a:buFont typeface="Arial" panose="020B0604020202020204" pitchFamily="34" charset="0"/>
        <a:buChar char="•"/>
        <a:defRPr sz="3097" kern="1200" cap="all" baseline="0">
          <a:solidFill>
            <a:schemeClr val="tx1"/>
          </a:solidFill>
          <a:effectLst>
            <a:outerShdw blurRad="47625" dist="12700" dir="2700000" algn="tl" rotWithShape="0">
              <a:srgbClr val="000000">
                <a:alpha val="36000"/>
              </a:srgbClr>
            </a:outerShdw>
          </a:effectLst>
          <a:latin typeface="+mn-lt"/>
          <a:ea typeface="+mn-ea"/>
          <a:cs typeface="+mn-cs"/>
        </a:defRPr>
      </a:lvl1pPr>
      <a:lvl2pPr marL="1062030" indent="-354010" algn="l" defTabSz="1416040" rtl="0" eaLnBrk="1" latinLnBrk="0" hangingPunct="1">
        <a:lnSpc>
          <a:spcPct val="120000"/>
        </a:lnSpc>
        <a:spcBef>
          <a:spcPts val="774"/>
        </a:spcBef>
        <a:buClr>
          <a:schemeClr val="tx1"/>
        </a:buClr>
        <a:buFont typeface="Arial" panose="020B0604020202020204" pitchFamily="34" charset="0"/>
        <a:buChar char="•"/>
        <a:defRPr sz="2787" kern="1200" cap="all" baseline="0">
          <a:solidFill>
            <a:schemeClr val="tx1"/>
          </a:solidFill>
          <a:effectLst>
            <a:outerShdw blurRad="47625" dist="12700" dir="2700000" algn="tl" rotWithShape="0">
              <a:srgbClr val="000000">
                <a:alpha val="36000"/>
              </a:srgbClr>
            </a:outerShdw>
          </a:effectLst>
          <a:latin typeface="+mn-lt"/>
          <a:ea typeface="+mn-ea"/>
          <a:cs typeface="+mn-cs"/>
        </a:defRPr>
      </a:lvl2pPr>
      <a:lvl3pPr marL="1770050" indent="-354010" algn="l" defTabSz="1416040" rtl="0" eaLnBrk="1" latinLnBrk="0" hangingPunct="1">
        <a:lnSpc>
          <a:spcPct val="120000"/>
        </a:lnSpc>
        <a:spcBef>
          <a:spcPts val="774"/>
        </a:spcBef>
        <a:buClr>
          <a:schemeClr val="tx1"/>
        </a:buClr>
        <a:buFont typeface="Arial" panose="020B0604020202020204" pitchFamily="34" charset="0"/>
        <a:buChar char="•"/>
        <a:defRPr sz="2478" kern="1200" cap="all" baseline="0">
          <a:solidFill>
            <a:schemeClr val="tx1"/>
          </a:solidFill>
          <a:effectLst>
            <a:outerShdw blurRad="47625" dist="12700" dir="2700000" algn="tl" rotWithShape="0">
              <a:srgbClr val="000000">
                <a:alpha val="36000"/>
              </a:srgbClr>
            </a:outerShdw>
          </a:effectLst>
          <a:latin typeface="+mn-lt"/>
          <a:ea typeface="+mn-ea"/>
          <a:cs typeface="+mn-cs"/>
        </a:defRPr>
      </a:lvl3pPr>
      <a:lvl4pPr marL="2478070" indent="-354010" algn="l" defTabSz="1416040" rtl="0" eaLnBrk="1" latinLnBrk="0" hangingPunct="1">
        <a:lnSpc>
          <a:spcPct val="120000"/>
        </a:lnSpc>
        <a:spcBef>
          <a:spcPts val="774"/>
        </a:spcBef>
        <a:buClr>
          <a:schemeClr val="tx1"/>
        </a:buClr>
        <a:buFont typeface="Arial" panose="020B0604020202020204" pitchFamily="34" charset="0"/>
        <a:buChar char="•"/>
        <a:defRPr sz="2168" kern="1200" cap="all" baseline="0">
          <a:solidFill>
            <a:schemeClr val="tx1"/>
          </a:solidFill>
          <a:effectLst>
            <a:outerShdw blurRad="47625" dist="12700" dir="2700000" algn="tl" rotWithShape="0">
              <a:srgbClr val="000000">
                <a:alpha val="36000"/>
              </a:srgbClr>
            </a:outerShdw>
          </a:effectLst>
          <a:latin typeface="+mn-lt"/>
          <a:ea typeface="+mn-ea"/>
          <a:cs typeface="+mn-cs"/>
        </a:defRPr>
      </a:lvl4pPr>
      <a:lvl5pPr marL="3186090" indent="-354010" algn="l" defTabSz="1416040" rtl="0" eaLnBrk="1" latinLnBrk="0" hangingPunct="1">
        <a:lnSpc>
          <a:spcPct val="120000"/>
        </a:lnSpc>
        <a:spcBef>
          <a:spcPts val="774"/>
        </a:spcBef>
        <a:buClr>
          <a:schemeClr val="tx1"/>
        </a:buClr>
        <a:buFont typeface="Arial" panose="020B0604020202020204" pitchFamily="34" charset="0"/>
        <a:buChar char="•"/>
        <a:defRPr sz="2168" kern="1200" cap="all" baseline="0">
          <a:solidFill>
            <a:schemeClr val="tx1"/>
          </a:solidFill>
          <a:effectLst>
            <a:outerShdw blurRad="47625" dist="12700" dir="2700000" algn="tl" rotWithShape="0">
              <a:srgbClr val="000000">
                <a:alpha val="36000"/>
              </a:srgbClr>
            </a:outerShdw>
          </a:effectLst>
          <a:latin typeface="+mn-lt"/>
          <a:ea typeface="+mn-ea"/>
          <a:cs typeface="+mn-cs"/>
        </a:defRPr>
      </a:lvl5pPr>
      <a:lvl6pPr marL="3894110" indent="-354010" algn="l" defTabSz="1416040" rtl="0" eaLnBrk="1" latinLnBrk="0" hangingPunct="1">
        <a:lnSpc>
          <a:spcPct val="120000"/>
        </a:lnSpc>
        <a:spcBef>
          <a:spcPts val="774"/>
        </a:spcBef>
        <a:buClr>
          <a:schemeClr val="tx1"/>
        </a:buClr>
        <a:buFont typeface="Arial" panose="020B0604020202020204" pitchFamily="34" charset="0"/>
        <a:buChar char="•"/>
        <a:defRPr sz="2168" kern="1200" cap="all" baseline="0">
          <a:solidFill>
            <a:schemeClr val="tx1"/>
          </a:solidFill>
          <a:effectLst>
            <a:outerShdw blurRad="47625" dist="12700" dir="2700000" algn="tl" rotWithShape="0">
              <a:srgbClr val="000000">
                <a:alpha val="36000"/>
              </a:srgbClr>
            </a:outerShdw>
          </a:effectLst>
          <a:latin typeface="+mn-lt"/>
          <a:ea typeface="+mn-ea"/>
          <a:cs typeface="+mn-cs"/>
        </a:defRPr>
      </a:lvl6pPr>
      <a:lvl7pPr marL="4602129" indent="-354010" algn="l" defTabSz="1416040" rtl="0" eaLnBrk="1" latinLnBrk="0" hangingPunct="1">
        <a:lnSpc>
          <a:spcPct val="120000"/>
        </a:lnSpc>
        <a:spcBef>
          <a:spcPts val="774"/>
        </a:spcBef>
        <a:buClr>
          <a:schemeClr val="tx1"/>
        </a:buClr>
        <a:buFont typeface="Arial" panose="020B0604020202020204" pitchFamily="34" charset="0"/>
        <a:buChar char="•"/>
        <a:defRPr sz="2168" kern="1200" cap="all" baseline="0">
          <a:solidFill>
            <a:schemeClr val="tx1"/>
          </a:solidFill>
          <a:effectLst>
            <a:outerShdw blurRad="47625" dist="12700" dir="2700000" algn="tl" rotWithShape="0">
              <a:srgbClr val="000000">
                <a:alpha val="36000"/>
              </a:srgbClr>
            </a:outerShdw>
          </a:effectLst>
          <a:latin typeface="+mn-lt"/>
          <a:ea typeface="+mn-ea"/>
          <a:cs typeface="+mn-cs"/>
        </a:defRPr>
      </a:lvl7pPr>
      <a:lvl8pPr marL="5310149" indent="-354010" algn="l" defTabSz="1416040" rtl="0" eaLnBrk="1" latinLnBrk="0" hangingPunct="1">
        <a:lnSpc>
          <a:spcPct val="120000"/>
        </a:lnSpc>
        <a:spcBef>
          <a:spcPts val="774"/>
        </a:spcBef>
        <a:buClr>
          <a:schemeClr val="tx1"/>
        </a:buClr>
        <a:buFont typeface="Arial" panose="020B0604020202020204" pitchFamily="34" charset="0"/>
        <a:buChar char="•"/>
        <a:defRPr sz="2168" kern="1200" cap="all" baseline="0">
          <a:solidFill>
            <a:schemeClr val="tx1"/>
          </a:solidFill>
          <a:effectLst>
            <a:outerShdw blurRad="47625" dist="12700" dir="2700000" algn="tl" rotWithShape="0">
              <a:srgbClr val="000000">
                <a:alpha val="36000"/>
              </a:srgbClr>
            </a:outerShdw>
          </a:effectLst>
          <a:latin typeface="+mn-lt"/>
          <a:ea typeface="+mn-ea"/>
          <a:cs typeface="+mn-cs"/>
        </a:defRPr>
      </a:lvl8pPr>
      <a:lvl9pPr marL="6018169" indent="-354010" algn="l" defTabSz="1416040" rtl="0" eaLnBrk="1" latinLnBrk="0" hangingPunct="1">
        <a:lnSpc>
          <a:spcPct val="120000"/>
        </a:lnSpc>
        <a:spcBef>
          <a:spcPts val="774"/>
        </a:spcBef>
        <a:buClr>
          <a:schemeClr val="tx1"/>
        </a:buClr>
        <a:buFont typeface="Arial" panose="020B0604020202020204" pitchFamily="34" charset="0"/>
        <a:buChar char="•"/>
        <a:defRPr sz="2168" kern="1200" cap="all" baseline="0">
          <a:solidFill>
            <a:schemeClr val="tx1"/>
          </a:solidFill>
          <a:effectLst>
            <a:outerShdw blurRad="47625" dist="12700" dir="2700000" algn="tl" rotWithShape="0">
              <a:srgbClr val="000000">
                <a:alpha val="36000"/>
              </a:srgbClr>
            </a:outerShdw>
          </a:effectLst>
          <a:latin typeface="+mn-lt"/>
          <a:ea typeface="+mn-ea"/>
          <a:cs typeface="+mn-cs"/>
        </a:defRPr>
      </a:lvl9pPr>
    </p:bodyStyle>
    <p:otherStyle>
      <a:defPPr>
        <a:defRPr lang="en-US"/>
      </a:defPPr>
      <a:lvl1pPr marL="0" algn="l" defTabSz="1416040" rtl="0" eaLnBrk="1" latinLnBrk="0" hangingPunct="1">
        <a:defRPr sz="2787" kern="1200">
          <a:solidFill>
            <a:schemeClr val="tx1"/>
          </a:solidFill>
          <a:latin typeface="+mn-lt"/>
          <a:ea typeface="+mn-ea"/>
          <a:cs typeface="+mn-cs"/>
        </a:defRPr>
      </a:lvl1pPr>
      <a:lvl2pPr marL="708020" algn="l" defTabSz="1416040" rtl="0" eaLnBrk="1" latinLnBrk="0" hangingPunct="1">
        <a:defRPr sz="2787" kern="1200">
          <a:solidFill>
            <a:schemeClr val="tx1"/>
          </a:solidFill>
          <a:latin typeface="+mn-lt"/>
          <a:ea typeface="+mn-ea"/>
          <a:cs typeface="+mn-cs"/>
        </a:defRPr>
      </a:lvl2pPr>
      <a:lvl3pPr marL="1416040" algn="l" defTabSz="1416040" rtl="0" eaLnBrk="1" latinLnBrk="0" hangingPunct="1">
        <a:defRPr sz="2787" kern="1200">
          <a:solidFill>
            <a:schemeClr val="tx1"/>
          </a:solidFill>
          <a:latin typeface="+mn-lt"/>
          <a:ea typeface="+mn-ea"/>
          <a:cs typeface="+mn-cs"/>
        </a:defRPr>
      </a:lvl3pPr>
      <a:lvl4pPr marL="2124060" algn="l" defTabSz="1416040" rtl="0" eaLnBrk="1" latinLnBrk="0" hangingPunct="1">
        <a:defRPr sz="2787" kern="1200">
          <a:solidFill>
            <a:schemeClr val="tx1"/>
          </a:solidFill>
          <a:latin typeface="+mn-lt"/>
          <a:ea typeface="+mn-ea"/>
          <a:cs typeface="+mn-cs"/>
        </a:defRPr>
      </a:lvl4pPr>
      <a:lvl5pPr marL="2832080" algn="l" defTabSz="1416040" rtl="0" eaLnBrk="1" latinLnBrk="0" hangingPunct="1">
        <a:defRPr sz="2787" kern="1200">
          <a:solidFill>
            <a:schemeClr val="tx1"/>
          </a:solidFill>
          <a:latin typeface="+mn-lt"/>
          <a:ea typeface="+mn-ea"/>
          <a:cs typeface="+mn-cs"/>
        </a:defRPr>
      </a:lvl5pPr>
      <a:lvl6pPr marL="3540100" algn="l" defTabSz="1416040" rtl="0" eaLnBrk="1" latinLnBrk="0" hangingPunct="1">
        <a:defRPr sz="2787" kern="1200">
          <a:solidFill>
            <a:schemeClr val="tx1"/>
          </a:solidFill>
          <a:latin typeface="+mn-lt"/>
          <a:ea typeface="+mn-ea"/>
          <a:cs typeface="+mn-cs"/>
        </a:defRPr>
      </a:lvl6pPr>
      <a:lvl7pPr marL="4248120" algn="l" defTabSz="1416040" rtl="0" eaLnBrk="1" latinLnBrk="0" hangingPunct="1">
        <a:defRPr sz="2787" kern="1200">
          <a:solidFill>
            <a:schemeClr val="tx1"/>
          </a:solidFill>
          <a:latin typeface="+mn-lt"/>
          <a:ea typeface="+mn-ea"/>
          <a:cs typeface="+mn-cs"/>
        </a:defRPr>
      </a:lvl7pPr>
      <a:lvl8pPr marL="4956139" algn="l" defTabSz="1416040" rtl="0" eaLnBrk="1" latinLnBrk="0" hangingPunct="1">
        <a:defRPr sz="2787" kern="1200">
          <a:solidFill>
            <a:schemeClr val="tx1"/>
          </a:solidFill>
          <a:latin typeface="+mn-lt"/>
          <a:ea typeface="+mn-ea"/>
          <a:cs typeface="+mn-cs"/>
        </a:defRPr>
      </a:lvl8pPr>
      <a:lvl9pPr marL="5664159" algn="l" defTabSz="1416040" rtl="0" eaLnBrk="1" latinLnBrk="0" hangingPunct="1">
        <a:defRPr sz="27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8.xml"/><Relationship Id="rId4" Type="http://schemas.openxmlformats.org/officeDocument/2006/relationships/chart" Target="../charts/char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18.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4/relationships/chartEx" Target="../charts/chartEx1.xml"/><Relationship Id="rId1" Type="http://schemas.openxmlformats.org/officeDocument/2006/relationships/slideLayout" Target="../slideLayouts/slideLayout18.xml"/><Relationship Id="rId5" Type="http://schemas.openxmlformats.org/officeDocument/2006/relationships/chart" Target="../charts/chart12.xml"/><Relationship Id="rId4" Type="http://schemas.openxmlformats.org/officeDocument/2006/relationships/chart" Target="../charts/char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B20-B1EC-CD9D-D7E7-773437F475CA}"/>
              </a:ext>
            </a:extLst>
          </p:cNvPr>
          <p:cNvSpPr>
            <a:spLocks noGrp="1"/>
          </p:cNvSpPr>
          <p:nvPr>
            <p:ph type="ctrTitle"/>
          </p:nvPr>
        </p:nvSpPr>
        <p:spPr>
          <a:xfrm>
            <a:off x="2711558" y="2343997"/>
            <a:ext cx="13457017" cy="3885795"/>
          </a:xfrm>
        </p:spPr>
        <p:txBody>
          <a:bodyPr>
            <a:normAutofit fontScale="90000"/>
          </a:bodyPr>
          <a:lstStyle/>
          <a:p>
            <a:r>
              <a:rPr lang="en-US" sz="10300" dirty="0"/>
              <a:t>PowerPoint Presentation FOR</a:t>
            </a:r>
            <a:br>
              <a:rPr lang="en-US" sz="10300" dirty="0"/>
            </a:br>
            <a:r>
              <a:rPr lang="en-US" sz="10300" dirty="0"/>
              <a:t>FLIPKART</a:t>
            </a:r>
            <a:endParaRPr lang="en-IN" sz="10300" dirty="0"/>
          </a:p>
        </p:txBody>
      </p:sp>
      <p:sp>
        <p:nvSpPr>
          <p:cNvPr id="3" name="Subtitle 2">
            <a:extLst>
              <a:ext uri="{FF2B5EF4-FFF2-40B4-BE49-F238E27FC236}">
                <a16:creationId xmlns:a16="http://schemas.microsoft.com/office/drawing/2014/main" id="{FD343977-2579-119F-BC08-3CCFBC7CAD1F}"/>
              </a:ext>
            </a:extLst>
          </p:cNvPr>
          <p:cNvSpPr>
            <a:spLocks noGrp="1"/>
          </p:cNvSpPr>
          <p:nvPr>
            <p:ph type="subTitle" idx="1"/>
          </p:nvPr>
        </p:nvSpPr>
        <p:spPr>
          <a:xfrm>
            <a:off x="2711559" y="6754048"/>
            <a:ext cx="13457017" cy="2124073"/>
          </a:xfrm>
        </p:spPr>
        <p:txBody>
          <a:bodyPr>
            <a:normAutofit/>
          </a:bodyPr>
          <a:lstStyle/>
          <a:p>
            <a:r>
              <a:rPr lang="en-US" sz="5575" dirty="0"/>
              <a:t>PRESENTED BY Tridev Pal</a:t>
            </a:r>
            <a:endParaRPr lang="en-IN" sz="5575" dirty="0"/>
          </a:p>
        </p:txBody>
      </p:sp>
    </p:spTree>
    <p:extLst>
      <p:ext uri="{BB962C8B-B14F-4D97-AF65-F5344CB8AC3E}">
        <p14:creationId xmlns:p14="http://schemas.microsoft.com/office/powerpoint/2010/main" val="12215267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BFB36-0943-1C15-3F87-F289EC81EA39}"/>
              </a:ext>
            </a:extLst>
          </p:cNvPr>
          <p:cNvSpPr>
            <a:spLocks noGrp="1"/>
          </p:cNvSpPr>
          <p:nvPr>
            <p:ph type="title"/>
          </p:nvPr>
        </p:nvSpPr>
        <p:spPr>
          <a:xfrm>
            <a:off x="652340" y="123642"/>
            <a:ext cx="14871322" cy="1186998"/>
          </a:xfrm>
        </p:spPr>
        <p:txBody>
          <a:bodyPr>
            <a:normAutofit fontScale="90000"/>
          </a:bodyPr>
          <a:lstStyle/>
          <a:p>
            <a:br>
              <a:rPr lang="en-IN" dirty="0"/>
            </a:br>
            <a:r>
              <a:rPr lang="en-IN" b="1" dirty="0"/>
              <a:t>Data Cleaning &amp; Preparation </a:t>
            </a:r>
            <a:endParaRPr lang="en-IN" dirty="0"/>
          </a:p>
        </p:txBody>
      </p:sp>
      <p:sp>
        <p:nvSpPr>
          <p:cNvPr id="4" name="TextBox 3">
            <a:extLst>
              <a:ext uri="{FF2B5EF4-FFF2-40B4-BE49-F238E27FC236}">
                <a16:creationId xmlns:a16="http://schemas.microsoft.com/office/drawing/2014/main" id="{51B87933-A9AF-50C7-247E-F85ECE9707A8}"/>
              </a:ext>
            </a:extLst>
          </p:cNvPr>
          <p:cNvSpPr txBox="1"/>
          <p:nvPr/>
        </p:nvSpPr>
        <p:spPr>
          <a:xfrm>
            <a:off x="652340" y="1978048"/>
            <a:ext cx="8138092" cy="8318096"/>
          </a:xfrm>
          <a:prstGeom prst="rect">
            <a:avLst/>
          </a:prstGeom>
          <a:noFill/>
        </p:spPr>
        <p:txBody>
          <a:bodyPr wrap="square" rtlCol="0">
            <a:normAutofit lnSpcReduction="10000"/>
          </a:bodyPr>
          <a:lstStyle/>
          <a:p>
            <a:pPr marL="342900" indent="-342900">
              <a:buFont typeface="Arial" panose="020B0604020202020204" pitchFamily="34" charset="0"/>
              <a:buChar char="•"/>
            </a:pPr>
            <a:r>
              <a:rPr lang="en-US" sz="1400" dirty="0"/>
              <a:t> IDENTIFY AND DELETE DUPLICATE ORDER_ID RECORDS.</a:t>
            </a:r>
          </a:p>
          <a:p>
            <a:endParaRPr lang="en-US" sz="1400" dirty="0"/>
          </a:p>
          <a:p>
            <a:r>
              <a:rPr lang="en-US" sz="1400" dirty="0"/>
              <a:t>I Identified and delete duplicate </a:t>
            </a:r>
            <a:r>
              <a:rPr lang="en-US" sz="1400" dirty="0" err="1"/>
              <a:t>Order_ID</a:t>
            </a:r>
            <a:r>
              <a:rPr lang="en-US" sz="1400" dirty="0"/>
              <a:t> records in SQL. </a:t>
            </a:r>
          </a:p>
          <a:p>
            <a:endParaRPr lang="en-US" sz="1400" dirty="0"/>
          </a:p>
          <a:p>
            <a:pPr marL="285750" indent="-285750">
              <a:buFont typeface="Arial" panose="020B0604020202020204" pitchFamily="34" charset="0"/>
              <a:buChar char="•"/>
            </a:pPr>
            <a:r>
              <a:rPr lang="en-US" sz="1400" dirty="0"/>
              <a:t> REPLACE NULL TRAFFIC_DELAY_MIN WITH THE AVERAGE DELAY FOR THAT ROUTE.</a:t>
            </a:r>
          </a:p>
          <a:p>
            <a:endParaRPr lang="en-US" sz="1400" dirty="0"/>
          </a:p>
          <a:p>
            <a:r>
              <a:rPr lang="en-US" sz="1400" dirty="0"/>
              <a:t>To replace NULL values in </a:t>
            </a:r>
            <a:r>
              <a:rPr lang="en-US" sz="1400" dirty="0" err="1"/>
              <a:t>Traffic_Delay_Min</a:t>
            </a:r>
            <a:r>
              <a:rPr lang="en-US" sz="1400" dirty="0"/>
              <a:t> with the average delay of the same route, we can use an</a:t>
            </a:r>
          </a:p>
          <a:p>
            <a:r>
              <a:rPr lang="en-US" sz="1400" dirty="0"/>
              <a:t> UPDATE statement with a subquery that calculates the average per </a:t>
            </a:r>
            <a:r>
              <a:rPr lang="en-US" sz="1400" dirty="0" err="1"/>
              <a:t>Route_ID</a:t>
            </a:r>
            <a:r>
              <a:rPr lang="en-US" sz="1400" dirty="0"/>
              <a:t>.</a:t>
            </a:r>
          </a:p>
          <a:p>
            <a:endParaRPr lang="en-US" sz="1400" dirty="0"/>
          </a:p>
          <a:p>
            <a:pPr marL="171450" indent="-171450">
              <a:buFont typeface="Arial" panose="020B0604020202020204" pitchFamily="34" charset="0"/>
              <a:buChar char="•"/>
            </a:pPr>
            <a:r>
              <a:rPr lang="en-US" sz="1400" dirty="0"/>
              <a:t> CONVERT ALL DATE COLUMNS INTO YYYY-MM-DD FORMAT USING SQL FUNCTIONS.</a:t>
            </a:r>
          </a:p>
          <a:p>
            <a:endParaRPr lang="en-US" sz="1400" dirty="0"/>
          </a:p>
          <a:p>
            <a:r>
              <a:rPr lang="en-US" sz="1400" dirty="0"/>
              <a:t>I convert all date columns into YYYY-MM-DD format in SQL for SHIPMENT AND ORDERS using </a:t>
            </a:r>
          </a:p>
          <a:p>
            <a:r>
              <a:rPr lang="en-US" sz="1400" dirty="0"/>
              <a:t>{	UPDATE shipment</a:t>
            </a:r>
          </a:p>
          <a:p>
            <a:r>
              <a:rPr lang="en-US" sz="1400" dirty="0"/>
              <a:t>	SET </a:t>
            </a:r>
            <a:r>
              <a:rPr lang="en-US" sz="1400" dirty="0" err="1"/>
              <a:t>Checkpoint_Time</a:t>
            </a:r>
            <a:r>
              <a:rPr lang="en-US" sz="1400" dirty="0"/>
              <a:t> = STR_TO_DATE(</a:t>
            </a:r>
            <a:r>
              <a:rPr lang="en-US" sz="1400" dirty="0" err="1"/>
              <a:t>Checkpoint_Time</a:t>
            </a:r>
            <a:r>
              <a:rPr lang="en-US" sz="1400" dirty="0"/>
              <a:t>, '%d-%m-%Y %H.%</a:t>
            </a:r>
            <a:r>
              <a:rPr lang="en-US" sz="1400" dirty="0" err="1"/>
              <a:t>i</a:t>
            </a:r>
            <a:r>
              <a:rPr lang="en-US" sz="1400" dirty="0"/>
              <a:t>')</a:t>
            </a:r>
          </a:p>
          <a:p>
            <a:r>
              <a:rPr lang="en-US" sz="1400" dirty="0"/>
              <a:t>	WHERE STR_TO_DATE(</a:t>
            </a:r>
            <a:r>
              <a:rPr lang="en-US" sz="1400" dirty="0" err="1"/>
              <a:t>Checkpoint_Time</a:t>
            </a:r>
            <a:r>
              <a:rPr lang="en-US" sz="1400" dirty="0"/>
              <a:t>, '%d-%m-%Y %H.%</a:t>
            </a:r>
            <a:r>
              <a:rPr lang="en-US" sz="1400" dirty="0" err="1"/>
              <a:t>i</a:t>
            </a:r>
            <a:r>
              <a:rPr lang="en-US" sz="1400" dirty="0"/>
              <a:t>') IS NOT NULL;</a:t>
            </a:r>
          </a:p>
          <a:p>
            <a:endParaRPr lang="en-US" sz="1400" dirty="0"/>
          </a:p>
          <a:p>
            <a:r>
              <a:rPr lang="en-US" sz="1400" dirty="0"/>
              <a:t>	ALTER TABLE shipment</a:t>
            </a:r>
          </a:p>
          <a:p>
            <a:r>
              <a:rPr lang="en-US" sz="1400" dirty="0"/>
              <a:t>	MODIFY </a:t>
            </a:r>
            <a:r>
              <a:rPr lang="en-US" sz="1400" dirty="0" err="1"/>
              <a:t>Checkpoint_Time</a:t>
            </a:r>
            <a:r>
              <a:rPr lang="en-US" sz="1400" dirty="0"/>
              <a:t> DATETIME;}</a:t>
            </a:r>
          </a:p>
          <a:p>
            <a:endParaRPr lang="en-US" sz="1400" dirty="0"/>
          </a:p>
          <a:p>
            <a:pPr marL="171450" indent="-171450">
              <a:buFont typeface="Arial" panose="020B0604020202020204" pitchFamily="34" charset="0"/>
              <a:buChar char="•"/>
            </a:pPr>
            <a:r>
              <a:rPr lang="en-US" sz="1400" dirty="0"/>
              <a:t> ENSURE THAT NO ACTUAL_DELIVERY_DATE IS BEFORE ORDER_DATE (FLAG SUCH RECORDS).</a:t>
            </a:r>
          </a:p>
          <a:p>
            <a:pPr marL="171450" indent="-171450">
              <a:buFont typeface="Arial" panose="020B0604020202020204" pitchFamily="34" charset="0"/>
              <a:buChar char="•"/>
            </a:pPr>
            <a:endParaRPr lang="en-US" sz="1400" dirty="0"/>
          </a:p>
          <a:p>
            <a:r>
              <a:rPr lang="en-US" sz="1400" dirty="0" err="1"/>
              <a:t>i</a:t>
            </a:r>
            <a:r>
              <a:rPr lang="en-US" sz="1400" dirty="0"/>
              <a:t> have ensure that no actual delivery date is before order date and </a:t>
            </a:r>
            <a:r>
              <a:rPr lang="en-US" sz="1400" dirty="0" err="1"/>
              <a:t>i</a:t>
            </a:r>
            <a:r>
              <a:rPr lang="en-US" sz="1400" dirty="0"/>
              <a:t> have used flags "valid" &amp;"invalid" </a:t>
            </a:r>
          </a:p>
          <a:p>
            <a:endParaRPr lang="en-US" sz="1400" dirty="0"/>
          </a:p>
          <a:p>
            <a:r>
              <a:rPr lang="en-US" sz="1400" dirty="0"/>
              <a:t>SELECT </a:t>
            </a:r>
          </a:p>
          <a:p>
            <a:r>
              <a:rPr lang="en-US" sz="1400" dirty="0"/>
              <a:t>  </a:t>
            </a:r>
            <a:r>
              <a:rPr lang="en-US" sz="1400" dirty="0" err="1"/>
              <a:t>Order_Date</a:t>
            </a:r>
            <a:r>
              <a:rPr lang="en-US" sz="1400" dirty="0"/>
              <a:t>,</a:t>
            </a:r>
          </a:p>
          <a:p>
            <a:r>
              <a:rPr lang="en-US" sz="1400" dirty="0"/>
              <a:t>  </a:t>
            </a:r>
            <a:r>
              <a:rPr lang="en-US" sz="1400" dirty="0" err="1"/>
              <a:t>Actual_Delivery_Date</a:t>
            </a:r>
            <a:r>
              <a:rPr lang="en-US" sz="1400" dirty="0"/>
              <a:t>,</a:t>
            </a:r>
          </a:p>
          <a:p>
            <a:r>
              <a:rPr lang="en-US" sz="1400" dirty="0"/>
              <a:t>  CASE </a:t>
            </a:r>
          </a:p>
          <a:p>
            <a:r>
              <a:rPr lang="en-US" sz="1400" dirty="0"/>
              <a:t>    WHEN </a:t>
            </a:r>
            <a:r>
              <a:rPr lang="en-US" sz="1400" dirty="0" err="1"/>
              <a:t>Actual_Delivery_Date</a:t>
            </a:r>
            <a:r>
              <a:rPr lang="en-US" sz="1400" dirty="0"/>
              <a:t> &lt; </a:t>
            </a:r>
            <a:r>
              <a:rPr lang="en-US" sz="1400" dirty="0" err="1"/>
              <a:t>Order_Date</a:t>
            </a:r>
            <a:r>
              <a:rPr lang="en-US" sz="1400" dirty="0"/>
              <a:t> THEN 'Invalid'</a:t>
            </a:r>
          </a:p>
          <a:p>
            <a:r>
              <a:rPr lang="en-US" sz="1400" dirty="0"/>
              <a:t>    ELSE 'Valid'</a:t>
            </a:r>
          </a:p>
          <a:p>
            <a:r>
              <a:rPr lang="en-US" sz="1400" dirty="0"/>
              <a:t>  END AS </a:t>
            </a:r>
            <a:r>
              <a:rPr lang="en-US" sz="1400" dirty="0" err="1"/>
              <a:t>Delivery_Date_Validation</a:t>
            </a:r>
            <a:endParaRPr lang="en-US" sz="1400" dirty="0"/>
          </a:p>
          <a:p>
            <a:r>
              <a:rPr lang="en-US" sz="1400" dirty="0"/>
              <a:t>FROM orders;</a:t>
            </a:r>
          </a:p>
          <a:p>
            <a:endParaRPr lang="en-US" sz="1400" dirty="0"/>
          </a:p>
          <a:p>
            <a:r>
              <a:rPr lang="en-US" sz="1400" dirty="0"/>
              <a:t>ALTER TABLE orders</a:t>
            </a:r>
          </a:p>
          <a:p>
            <a:r>
              <a:rPr lang="en-US" sz="1400" dirty="0"/>
              <a:t>ADD COLUMN </a:t>
            </a:r>
            <a:r>
              <a:rPr lang="en-US" sz="1400" dirty="0" err="1"/>
              <a:t>Delivery_Date_Validation</a:t>
            </a:r>
            <a:r>
              <a:rPr lang="en-US" sz="1400" dirty="0"/>
              <a:t> VARCHAR(10) </a:t>
            </a:r>
          </a:p>
          <a:p>
            <a:r>
              <a:rPr lang="en-US" sz="1400" dirty="0"/>
              <a:t>GENERATED ALWAYS AS (</a:t>
            </a:r>
          </a:p>
          <a:p>
            <a:r>
              <a:rPr lang="en-US" sz="1400" dirty="0"/>
              <a:t>  CASE </a:t>
            </a:r>
          </a:p>
          <a:p>
            <a:r>
              <a:rPr lang="en-US" sz="1400" dirty="0"/>
              <a:t>    WHEN </a:t>
            </a:r>
            <a:r>
              <a:rPr lang="en-US" sz="1400" dirty="0" err="1"/>
              <a:t>Actual_Delivery_Date</a:t>
            </a:r>
            <a:r>
              <a:rPr lang="en-US" sz="1400" dirty="0"/>
              <a:t> &lt; </a:t>
            </a:r>
            <a:r>
              <a:rPr lang="en-US" sz="1400" dirty="0" err="1"/>
              <a:t>Order_Date</a:t>
            </a:r>
            <a:r>
              <a:rPr lang="en-US" sz="1400" dirty="0"/>
              <a:t> THEN 'Invalid'</a:t>
            </a:r>
          </a:p>
          <a:p>
            <a:r>
              <a:rPr lang="en-US" sz="1400" dirty="0"/>
              <a:t>    ELSE 'Valid'</a:t>
            </a:r>
          </a:p>
          <a:p>
            <a:r>
              <a:rPr lang="en-US" sz="1400" dirty="0"/>
              <a:t>  END</a:t>
            </a:r>
          </a:p>
          <a:p>
            <a:r>
              <a:rPr lang="en-US" sz="1400" dirty="0"/>
              <a:t>);</a:t>
            </a:r>
          </a:p>
        </p:txBody>
      </p:sp>
      <p:pic>
        <p:nvPicPr>
          <p:cNvPr id="9" name="Picture 8">
            <a:extLst>
              <a:ext uri="{FF2B5EF4-FFF2-40B4-BE49-F238E27FC236}">
                <a16:creationId xmlns:a16="http://schemas.microsoft.com/office/drawing/2014/main" id="{3F606766-BE4C-A798-D40E-C25B6454FD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9708" y="2121408"/>
            <a:ext cx="4242816" cy="6900672"/>
          </a:xfrm>
          <a:prstGeom prst="rect">
            <a:avLst/>
          </a:prstGeom>
        </p:spPr>
      </p:pic>
    </p:spTree>
    <p:extLst>
      <p:ext uri="{BB962C8B-B14F-4D97-AF65-F5344CB8AC3E}">
        <p14:creationId xmlns:p14="http://schemas.microsoft.com/office/powerpoint/2010/main" val="2231134229"/>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9A1A7-961D-3668-7C0A-C7949CDA76B5}"/>
              </a:ext>
            </a:extLst>
          </p:cNvPr>
          <p:cNvSpPr>
            <a:spLocks noGrp="1"/>
          </p:cNvSpPr>
          <p:nvPr>
            <p:ph type="title"/>
          </p:nvPr>
        </p:nvSpPr>
        <p:spPr>
          <a:xfrm>
            <a:off x="988323" y="214131"/>
            <a:ext cx="16050055" cy="1437927"/>
          </a:xfrm>
        </p:spPr>
        <p:txBody>
          <a:bodyPr>
            <a:normAutofit fontScale="90000"/>
          </a:bodyPr>
          <a:lstStyle/>
          <a:p>
            <a:br>
              <a:rPr lang="en-IN" dirty="0"/>
            </a:br>
            <a:r>
              <a:rPr lang="en-IN" b="1" dirty="0"/>
              <a:t>Delivery Delay Analysis </a:t>
            </a:r>
            <a:endParaRPr lang="en-IN" dirty="0"/>
          </a:p>
        </p:txBody>
      </p:sp>
      <p:sp>
        <p:nvSpPr>
          <p:cNvPr id="3" name="Content Placeholder 2">
            <a:extLst>
              <a:ext uri="{FF2B5EF4-FFF2-40B4-BE49-F238E27FC236}">
                <a16:creationId xmlns:a16="http://schemas.microsoft.com/office/drawing/2014/main" id="{1515F987-EFA2-C1F3-D451-C75349190529}"/>
              </a:ext>
            </a:extLst>
          </p:cNvPr>
          <p:cNvSpPr>
            <a:spLocks noGrp="1"/>
          </p:cNvSpPr>
          <p:nvPr>
            <p:ph idx="1"/>
          </p:nvPr>
        </p:nvSpPr>
        <p:spPr>
          <a:xfrm>
            <a:off x="988323" y="1712976"/>
            <a:ext cx="11106141" cy="8522208"/>
          </a:xfrm>
        </p:spPr>
        <p:txBody>
          <a:bodyPr>
            <a:normAutofit/>
          </a:bodyPr>
          <a:lstStyle/>
          <a:p>
            <a:pPr marL="0" indent="0">
              <a:buNone/>
            </a:pPr>
            <a:endParaRPr lang="en-US" sz="1400" dirty="0"/>
          </a:p>
          <a:p>
            <a:r>
              <a:rPr lang="en-US" sz="1400" dirty="0"/>
              <a:t>Calculate delivery delay (in days) for each order</a:t>
            </a:r>
          </a:p>
          <a:p>
            <a:pPr marL="0" indent="0">
              <a:buNone/>
            </a:pPr>
            <a:r>
              <a:rPr lang="en-US" sz="1600" cap="none" dirty="0"/>
              <a:t>I figured out the delivery   delay by  simply  looking at  when orders were  actually delivered  compared to when they were supposed to arrive. If something showed up on time, I marked it as “0” days delay. For the ones  that came late, I just counted how many extra days it took. From what I  found , most orders actually made it on  time, which is pretty good.  There were a few stragglers that took an extra 1 to 3 days, but overall, the delivery performance looks  solid.</a:t>
            </a:r>
          </a:p>
          <a:p>
            <a:r>
              <a:rPr lang="en-US" sz="1400" dirty="0"/>
              <a:t>Find Top 10 delayed routes based on average delay days.</a:t>
            </a:r>
          </a:p>
          <a:p>
            <a:pPr marL="0" indent="0">
              <a:buNone/>
            </a:pPr>
            <a:r>
              <a:rPr lang="en-US" sz="1600" cap="none" dirty="0"/>
              <a:t>Our logistics  team  needs to  step up their  game - routes RT_13, RT_09, and RT_14 are experiencing  unacceptable delays of  over half  a  day to over  a day, impacting  customer satisfaction  and  reputation.</a:t>
            </a:r>
          </a:p>
          <a:p>
            <a:r>
              <a:rPr lang="en-US" sz="1400" dirty="0"/>
              <a:t>Use window functions to rank all orders by delay within each warehouse</a:t>
            </a:r>
          </a:p>
          <a:p>
            <a:pPr marL="0" indent="0">
              <a:buNone/>
            </a:pPr>
            <a:r>
              <a:rPr lang="en-US" sz="1400" cap="none" dirty="0"/>
              <a:t>I have use window function to rank warehouses </a:t>
            </a:r>
          </a:p>
          <a:p>
            <a:pPr marL="0" indent="0">
              <a:buNone/>
            </a:pPr>
            <a:r>
              <a:rPr lang="en-US" sz="1600" cap="none" dirty="0"/>
              <a:t>I ranked orders by delay within each warehouse, with rank 1 being the most delayed. This helps me focus on the orders that need the most attention, and I can compare warehouse performance based on timely deliveries</a:t>
            </a:r>
          </a:p>
          <a:p>
            <a:pPr marL="0" indent="0">
              <a:buNone/>
            </a:pPr>
            <a:r>
              <a:rPr lang="en-US" sz="1400" dirty="0"/>
              <a:t>  </a:t>
            </a:r>
            <a:r>
              <a:rPr lang="en-US" sz="1400" dirty="0" err="1"/>
              <a:t>Order_ID</a:t>
            </a:r>
            <a:r>
              <a:rPr lang="en-US" sz="1400" dirty="0"/>
              <a:t>,</a:t>
            </a:r>
          </a:p>
          <a:p>
            <a:pPr marL="0" indent="0">
              <a:buNone/>
            </a:pPr>
            <a:r>
              <a:rPr lang="en-US" sz="1400" dirty="0"/>
              <a:t>  </a:t>
            </a:r>
            <a:r>
              <a:rPr lang="en-US" sz="1400" dirty="0" err="1"/>
              <a:t>Warehouse_ID</a:t>
            </a:r>
            <a:r>
              <a:rPr lang="en-US" sz="1400" dirty="0"/>
              <a:t>,</a:t>
            </a:r>
          </a:p>
          <a:p>
            <a:pPr marL="0" indent="0">
              <a:buNone/>
            </a:pPr>
            <a:r>
              <a:rPr lang="en-US" sz="1400" dirty="0"/>
              <a:t>  DATEDIFF(</a:t>
            </a:r>
            <a:r>
              <a:rPr lang="en-US" sz="1400" dirty="0" err="1"/>
              <a:t>Actual_Delivery_Date</a:t>
            </a:r>
            <a:r>
              <a:rPr lang="en-US" sz="1400" dirty="0"/>
              <a:t>, </a:t>
            </a:r>
            <a:r>
              <a:rPr lang="en-US" sz="1400" dirty="0" err="1"/>
              <a:t>Expected_Delivery_Date</a:t>
            </a:r>
            <a:r>
              <a:rPr lang="en-US" sz="1400" dirty="0"/>
              <a:t>) AS </a:t>
            </a:r>
            <a:r>
              <a:rPr lang="en-US" sz="1400" dirty="0" err="1"/>
              <a:t>Delay_Days</a:t>
            </a:r>
            <a:r>
              <a:rPr lang="en-US" sz="1400" dirty="0"/>
              <a:t>,</a:t>
            </a:r>
          </a:p>
          <a:p>
            <a:pPr marL="0" indent="0">
              <a:buNone/>
            </a:pPr>
            <a:r>
              <a:rPr lang="en-US" sz="1400" dirty="0"/>
              <a:t>  DENSE_RANK() OVER (PARTITION BY </a:t>
            </a:r>
            <a:r>
              <a:rPr lang="en-US" sz="1400" dirty="0" err="1"/>
              <a:t>Warehouse_ID</a:t>
            </a:r>
            <a:r>
              <a:rPr lang="en-US" sz="1400" dirty="0"/>
              <a:t> ORDER BY DATEDIFF(</a:t>
            </a:r>
            <a:r>
              <a:rPr lang="en-US" sz="1400" dirty="0" err="1"/>
              <a:t>Actual_Delivery_Date</a:t>
            </a:r>
            <a:r>
              <a:rPr lang="en-US" sz="1400" dirty="0"/>
              <a:t>, </a:t>
            </a:r>
            <a:r>
              <a:rPr lang="en-US" sz="1400" dirty="0" err="1"/>
              <a:t>Expected_Delivery_Date</a:t>
            </a:r>
            <a:r>
              <a:rPr lang="en-US" sz="1400" dirty="0"/>
              <a:t>)desc ) AS </a:t>
            </a:r>
            <a:r>
              <a:rPr lang="en-US" sz="1400" dirty="0" err="1"/>
              <a:t>Delay_Rank</a:t>
            </a:r>
            <a:endParaRPr lang="en-US" sz="1400" dirty="0"/>
          </a:p>
          <a:p>
            <a:pPr marL="0" indent="0">
              <a:buNone/>
            </a:pPr>
            <a:r>
              <a:rPr lang="en-US" sz="1400" dirty="0"/>
              <a:t>FROM orders </a:t>
            </a:r>
          </a:p>
          <a:p>
            <a:pPr marL="0" indent="0">
              <a:buNone/>
            </a:pPr>
            <a:r>
              <a:rPr lang="en-US" sz="1400" dirty="0"/>
              <a:t>WHERE </a:t>
            </a:r>
            <a:r>
              <a:rPr lang="en-US" sz="1400" dirty="0" err="1"/>
              <a:t>Actual_Delivery_Date</a:t>
            </a:r>
            <a:r>
              <a:rPr lang="en-US" sz="1400" dirty="0"/>
              <a:t> IS NOT NULL;</a:t>
            </a:r>
          </a:p>
          <a:p>
            <a:pPr marL="0" indent="0">
              <a:buNone/>
            </a:pPr>
            <a:endParaRPr lang="en-IN" sz="1400" dirty="0"/>
          </a:p>
        </p:txBody>
      </p:sp>
      <p:graphicFrame>
        <p:nvGraphicFramePr>
          <p:cNvPr id="5" name="Chart 4">
            <a:extLst>
              <a:ext uri="{FF2B5EF4-FFF2-40B4-BE49-F238E27FC236}">
                <a16:creationId xmlns:a16="http://schemas.microsoft.com/office/drawing/2014/main" id="{B1276312-D3CC-3D0C-D060-31B65775088D}"/>
              </a:ext>
            </a:extLst>
          </p:cNvPr>
          <p:cNvGraphicFramePr>
            <a:graphicFrameLocks/>
          </p:cNvGraphicFramePr>
          <p:nvPr>
            <p:extLst>
              <p:ext uri="{D42A27DB-BD31-4B8C-83A1-F6EECF244321}">
                <p14:modId xmlns:p14="http://schemas.microsoft.com/office/powerpoint/2010/main" val="900451248"/>
              </p:ext>
            </p:extLst>
          </p:nvPr>
        </p:nvGraphicFramePr>
        <p:xfrm>
          <a:off x="13136880" y="2220734"/>
          <a:ext cx="4510843" cy="26737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B7B4628B-41EA-4588-127B-D257778907B2}"/>
              </a:ext>
            </a:extLst>
          </p:cNvPr>
          <p:cNvGraphicFramePr>
            <a:graphicFrameLocks/>
          </p:cNvGraphicFramePr>
          <p:nvPr>
            <p:extLst>
              <p:ext uri="{D42A27DB-BD31-4B8C-83A1-F6EECF244321}">
                <p14:modId xmlns:p14="http://schemas.microsoft.com/office/powerpoint/2010/main" val="1954630083"/>
              </p:ext>
            </p:extLst>
          </p:nvPr>
        </p:nvGraphicFramePr>
        <p:xfrm>
          <a:off x="13136880" y="5402156"/>
          <a:ext cx="4510843" cy="218736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92140AFF-63C4-58D7-1E30-04DB359705BC}"/>
              </a:ext>
            </a:extLst>
          </p:cNvPr>
          <p:cNvGraphicFramePr>
            <a:graphicFrameLocks/>
          </p:cNvGraphicFramePr>
          <p:nvPr>
            <p:extLst>
              <p:ext uri="{D42A27DB-BD31-4B8C-83A1-F6EECF244321}">
                <p14:modId xmlns:p14="http://schemas.microsoft.com/office/powerpoint/2010/main" val="1610796905"/>
              </p:ext>
            </p:extLst>
          </p:nvPr>
        </p:nvGraphicFramePr>
        <p:xfrm>
          <a:off x="13162993" y="7914199"/>
          <a:ext cx="4458615" cy="246156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6380315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CCCF569-4631-50AB-966E-3E22B728C12D}"/>
              </a:ext>
            </a:extLst>
          </p:cNvPr>
          <p:cNvSpPr txBox="1"/>
          <p:nvPr/>
        </p:nvSpPr>
        <p:spPr>
          <a:xfrm>
            <a:off x="599090" y="662151"/>
            <a:ext cx="4645572" cy="646331"/>
          </a:xfrm>
          <a:prstGeom prst="rect">
            <a:avLst/>
          </a:prstGeom>
          <a:noFill/>
        </p:spPr>
        <p:txBody>
          <a:bodyPr wrap="square" rtlCol="0">
            <a:spAutoFit/>
          </a:bodyPr>
          <a:lstStyle/>
          <a:p>
            <a:r>
              <a:rPr lang="en-US" dirty="0"/>
              <a:t>Calculate delivery delay (in days) for each order</a:t>
            </a:r>
            <a:endParaRPr lang="en-IN" dirty="0"/>
          </a:p>
        </p:txBody>
      </p:sp>
      <p:pic>
        <p:nvPicPr>
          <p:cNvPr id="6" name="Picture 5">
            <a:extLst>
              <a:ext uri="{FF2B5EF4-FFF2-40B4-BE49-F238E27FC236}">
                <a16:creationId xmlns:a16="http://schemas.microsoft.com/office/drawing/2014/main" id="{6B1CB14B-3E2F-B33A-C2CD-E601F4D401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885" y="1376242"/>
            <a:ext cx="4534508" cy="5128822"/>
          </a:xfrm>
          <a:prstGeom prst="rect">
            <a:avLst/>
          </a:prstGeom>
        </p:spPr>
      </p:pic>
      <p:sp>
        <p:nvSpPr>
          <p:cNvPr id="7" name="TextBox 6">
            <a:extLst>
              <a:ext uri="{FF2B5EF4-FFF2-40B4-BE49-F238E27FC236}">
                <a16:creationId xmlns:a16="http://schemas.microsoft.com/office/drawing/2014/main" id="{01C57B29-611C-E750-7BDB-A45CCA3AA42A}"/>
              </a:ext>
            </a:extLst>
          </p:cNvPr>
          <p:cNvSpPr txBox="1"/>
          <p:nvPr/>
        </p:nvSpPr>
        <p:spPr>
          <a:xfrm>
            <a:off x="6337738" y="583607"/>
            <a:ext cx="3720662" cy="646330"/>
          </a:xfrm>
          <a:prstGeom prst="rect">
            <a:avLst/>
          </a:prstGeom>
          <a:noFill/>
        </p:spPr>
        <p:txBody>
          <a:bodyPr wrap="square" rtlCol="0">
            <a:spAutoFit/>
          </a:bodyPr>
          <a:lstStyle/>
          <a:p>
            <a:r>
              <a:rPr lang="en-US"/>
              <a:t>Find Top 10 delayed routes based on average delay days.</a:t>
            </a:r>
            <a:endParaRPr lang="en-IN" dirty="0"/>
          </a:p>
        </p:txBody>
      </p:sp>
      <p:pic>
        <p:nvPicPr>
          <p:cNvPr id="9" name="Picture 8">
            <a:extLst>
              <a:ext uri="{FF2B5EF4-FFF2-40B4-BE49-F238E27FC236}">
                <a16:creationId xmlns:a16="http://schemas.microsoft.com/office/drawing/2014/main" id="{8D0D01D8-F73F-0D28-16FC-53BCA7FEE1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8036" y="1308482"/>
            <a:ext cx="3794183" cy="3768016"/>
          </a:xfrm>
          <a:prstGeom prst="rect">
            <a:avLst/>
          </a:prstGeom>
        </p:spPr>
      </p:pic>
      <p:sp>
        <p:nvSpPr>
          <p:cNvPr id="10" name="TextBox 9">
            <a:extLst>
              <a:ext uri="{FF2B5EF4-FFF2-40B4-BE49-F238E27FC236}">
                <a16:creationId xmlns:a16="http://schemas.microsoft.com/office/drawing/2014/main" id="{04862516-A5ED-0D08-0C9C-DA17C7CDB2FF}"/>
              </a:ext>
            </a:extLst>
          </p:cNvPr>
          <p:cNvSpPr txBox="1"/>
          <p:nvPr/>
        </p:nvSpPr>
        <p:spPr>
          <a:xfrm>
            <a:off x="11738386" y="583607"/>
            <a:ext cx="3794183" cy="646331"/>
          </a:xfrm>
          <a:prstGeom prst="rect">
            <a:avLst/>
          </a:prstGeom>
          <a:noFill/>
        </p:spPr>
        <p:txBody>
          <a:bodyPr wrap="square" rtlCol="0">
            <a:spAutoFit/>
          </a:bodyPr>
          <a:lstStyle/>
          <a:p>
            <a:r>
              <a:rPr lang="en-US"/>
              <a:t> Use window functions to rank all orders by delay within each warehouse</a:t>
            </a:r>
            <a:endParaRPr lang="en-IN" dirty="0"/>
          </a:p>
        </p:txBody>
      </p:sp>
      <p:pic>
        <p:nvPicPr>
          <p:cNvPr id="12" name="Picture 11">
            <a:extLst>
              <a:ext uri="{FF2B5EF4-FFF2-40B4-BE49-F238E27FC236}">
                <a16:creationId xmlns:a16="http://schemas.microsoft.com/office/drawing/2014/main" id="{5E72B44C-C46E-4238-AD43-119CC2D13A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58862" y="1403536"/>
            <a:ext cx="4563112" cy="4955223"/>
          </a:xfrm>
          <a:prstGeom prst="rect">
            <a:avLst/>
          </a:prstGeom>
        </p:spPr>
      </p:pic>
      <p:sp>
        <p:nvSpPr>
          <p:cNvPr id="13" name="Rectangle: Rounded Corners 12">
            <a:extLst>
              <a:ext uri="{FF2B5EF4-FFF2-40B4-BE49-F238E27FC236}">
                <a16:creationId xmlns:a16="http://schemas.microsoft.com/office/drawing/2014/main" id="{91061220-0CE6-A728-6752-4DEFDEDFB10E}"/>
              </a:ext>
            </a:extLst>
          </p:cNvPr>
          <p:cNvSpPr/>
          <p:nvPr/>
        </p:nvSpPr>
        <p:spPr>
          <a:xfrm>
            <a:off x="436885" y="6873766"/>
            <a:ext cx="4645572" cy="3647089"/>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Order_ID</a:t>
            </a:r>
            <a:r>
              <a:rPr lang="en-US" dirty="0"/>
              <a:t>,  </a:t>
            </a:r>
            <a:r>
              <a:rPr lang="en-US" dirty="0" err="1"/>
              <a:t>Expected_Delivery_Date</a:t>
            </a:r>
            <a:r>
              <a:rPr lang="en-US" dirty="0"/>
              <a:t>,  </a:t>
            </a:r>
            <a:r>
              <a:rPr lang="en-US" dirty="0" err="1"/>
              <a:t>Actual_Delivery_Date</a:t>
            </a:r>
            <a:r>
              <a:rPr lang="en-US" dirty="0"/>
              <a:t>,  DATEDIFF(</a:t>
            </a:r>
            <a:r>
              <a:rPr lang="en-US" dirty="0" err="1"/>
              <a:t>Actual_Delivery_Date</a:t>
            </a:r>
            <a:r>
              <a:rPr lang="en-US" dirty="0"/>
              <a:t>, </a:t>
            </a:r>
            <a:r>
              <a:rPr lang="en-US" dirty="0" err="1"/>
              <a:t>Expected_Delivery_Date</a:t>
            </a:r>
            <a:r>
              <a:rPr lang="en-US" dirty="0"/>
              <a:t>) AS </a:t>
            </a:r>
            <a:r>
              <a:rPr lang="en-US" dirty="0" err="1"/>
              <a:t>Delivery_DelayFROM</a:t>
            </a:r>
            <a:r>
              <a:rPr lang="en-US" dirty="0"/>
              <a:t> orders;</a:t>
            </a:r>
            <a:endParaRPr lang="en-IN" dirty="0"/>
          </a:p>
        </p:txBody>
      </p:sp>
      <p:sp>
        <p:nvSpPr>
          <p:cNvPr id="14" name="Rectangle: Rounded Corners 13">
            <a:extLst>
              <a:ext uri="{FF2B5EF4-FFF2-40B4-BE49-F238E27FC236}">
                <a16:creationId xmlns:a16="http://schemas.microsoft.com/office/drawing/2014/main" id="{D112EBFE-8B60-CAB1-CFA0-D11B5608E53E}"/>
              </a:ext>
            </a:extLst>
          </p:cNvPr>
          <p:cNvSpPr/>
          <p:nvPr/>
        </p:nvSpPr>
        <p:spPr>
          <a:xfrm>
            <a:off x="6368036" y="6873766"/>
            <a:ext cx="4037205" cy="3746609"/>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Route_ID,  (AVG(Average_Travel_Time_Min + Traffic_Delay_Min) / 1440.0) AS Average_Delay_DaysFROM routesGROUP BY Route_IDORDER BY Average_Delay_Days DESCLIMIT 10;</a:t>
            </a:r>
            <a:endParaRPr lang="en-IN"/>
          </a:p>
        </p:txBody>
      </p:sp>
      <p:sp>
        <p:nvSpPr>
          <p:cNvPr id="15" name="Rectangle: Rounded Corners 14">
            <a:extLst>
              <a:ext uri="{FF2B5EF4-FFF2-40B4-BE49-F238E27FC236}">
                <a16:creationId xmlns:a16="http://schemas.microsoft.com/office/drawing/2014/main" id="{C88AC7DC-656F-FED1-0900-4DD2CC872300}"/>
              </a:ext>
            </a:extLst>
          </p:cNvPr>
          <p:cNvSpPr/>
          <p:nvPr/>
        </p:nvSpPr>
        <p:spPr>
          <a:xfrm>
            <a:off x="11476402" y="6873765"/>
            <a:ext cx="4645572" cy="3647089"/>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Order_ID,  Warehouse_ID,  DATEDIFF(Actual_Delivery_Date, Expected_Delivery_Date) AS Delay_Days,  DENSE_RANK() OVER (PARTITION BY Warehouse_ID ORDER BY DATEDIFF(Actual_Delivery_Date, Expected_Delivery_Date)desc ) AS Delay_RankFROM orders WHERE Actual_Delivery_Date IS NOT NULL;</a:t>
            </a:r>
            <a:endParaRPr lang="en-IN"/>
          </a:p>
        </p:txBody>
      </p:sp>
    </p:spTree>
    <p:extLst>
      <p:ext uri="{BB962C8B-B14F-4D97-AF65-F5344CB8AC3E}">
        <p14:creationId xmlns:p14="http://schemas.microsoft.com/office/powerpoint/2010/main" val="2277257266"/>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B088-D4CD-FA08-9C87-DFA5063A531F}"/>
              </a:ext>
            </a:extLst>
          </p:cNvPr>
          <p:cNvSpPr>
            <a:spLocks noGrp="1"/>
          </p:cNvSpPr>
          <p:nvPr>
            <p:ph type="title"/>
          </p:nvPr>
        </p:nvSpPr>
        <p:spPr>
          <a:xfrm>
            <a:off x="1257388" y="159058"/>
            <a:ext cx="16050055" cy="1280860"/>
          </a:xfrm>
        </p:spPr>
        <p:txBody>
          <a:bodyPr>
            <a:normAutofit fontScale="90000"/>
          </a:bodyPr>
          <a:lstStyle/>
          <a:p>
            <a:br>
              <a:rPr lang="en-IN" dirty="0"/>
            </a:br>
            <a:r>
              <a:rPr lang="en-IN" b="1" dirty="0"/>
              <a:t>Route Optimization Insights </a:t>
            </a:r>
            <a:endParaRPr lang="en-IN" dirty="0"/>
          </a:p>
        </p:txBody>
      </p:sp>
      <p:sp>
        <p:nvSpPr>
          <p:cNvPr id="4" name="TextBox 3">
            <a:extLst>
              <a:ext uri="{FF2B5EF4-FFF2-40B4-BE49-F238E27FC236}">
                <a16:creationId xmlns:a16="http://schemas.microsoft.com/office/drawing/2014/main" id="{360E4B3C-CE35-E146-77ED-4712E0D347A2}"/>
              </a:ext>
            </a:extLst>
          </p:cNvPr>
          <p:cNvSpPr txBox="1"/>
          <p:nvPr/>
        </p:nvSpPr>
        <p:spPr>
          <a:xfrm>
            <a:off x="501445" y="2684206"/>
            <a:ext cx="11435182" cy="7777111"/>
          </a:xfrm>
          <a:prstGeom prst="rect">
            <a:avLst/>
          </a:prstGeom>
          <a:noFill/>
        </p:spPr>
        <p:txBody>
          <a:bodyPr wrap="square" rtlCol="0">
            <a:normAutofit/>
          </a:bodyPr>
          <a:lstStyle/>
          <a:p>
            <a:pPr marL="285750" indent="-285750">
              <a:buFont typeface="Arial" panose="020B0604020202020204" pitchFamily="34" charset="0"/>
              <a:buChar char="•"/>
            </a:pPr>
            <a:r>
              <a:rPr lang="en-US" sz="1600" dirty="0"/>
              <a:t> AVERAGE DELIVERY TIME (IN DAYS)</a:t>
            </a:r>
          </a:p>
          <a:p>
            <a:endParaRPr lang="en-US" sz="1600" dirty="0"/>
          </a:p>
          <a:p>
            <a:r>
              <a:rPr lang="en-US" sz="1600" dirty="0"/>
              <a:t>On  average, deliveries  across  all  routes are completed in less  than a day,  which shows that the process is running smoothly. </a:t>
            </a:r>
          </a:p>
          <a:p>
            <a:r>
              <a:rPr lang="en-US" sz="1600" dirty="0"/>
              <a:t>A few  routes, like RT_13, take a bit longer more than a day ,  while others —  especially RT_02, RT_19, and RT_10 — are consistently faster. Seeing this difference helps highlight which routes are  performing well  and  which ones may need a  closer look .  Overall, delivery times are quick and efficient.</a:t>
            </a:r>
          </a:p>
          <a:p>
            <a:endParaRPr lang="en-US" sz="1600" dirty="0"/>
          </a:p>
          <a:p>
            <a:pPr marL="285750" indent="-285750">
              <a:buFont typeface="Arial" panose="020B0604020202020204" pitchFamily="34" charset="0"/>
              <a:buChar char="•"/>
            </a:pPr>
            <a:r>
              <a:rPr lang="en-US" sz="1600" dirty="0"/>
              <a:t>AVERAGE TRAFFIC DELAY</a:t>
            </a:r>
          </a:p>
          <a:p>
            <a:endParaRPr lang="en-US" sz="1600" dirty="0"/>
          </a:p>
          <a:p>
            <a:r>
              <a:rPr lang="en-US" sz="1600" dirty="0"/>
              <a:t>The average traffic delay is  Average 46.85 min </a:t>
            </a:r>
          </a:p>
          <a:p>
            <a:endParaRPr lang="en-US" sz="1600" dirty="0"/>
          </a:p>
          <a:p>
            <a:pPr marL="285750" indent="-285750">
              <a:buFont typeface="Arial" panose="020B0604020202020204" pitchFamily="34" charset="0"/>
              <a:buChar char="•"/>
            </a:pPr>
            <a:r>
              <a:rPr lang="en-US" sz="1600" dirty="0"/>
              <a:t>DISTANCE-TO-TIME EFFICIENCY RATIO: DISTANCE_KM / AVERAGE_TRAVEL_TIME_MIN.</a:t>
            </a:r>
          </a:p>
          <a:p>
            <a:r>
              <a:rPr lang="en-US" sz="1600" dirty="0"/>
              <a:t> </a:t>
            </a:r>
          </a:p>
          <a:p>
            <a:r>
              <a:rPr lang="en-US" sz="1600" dirty="0"/>
              <a:t>Routes like RT_19 ,  RT_12, and RT_10 are  performing really well,  covering more  distance without taking extra time. </a:t>
            </a:r>
          </a:p>
          <a:p>
            <a:r>
              <a:rPr lang="en-US" sz="1600" dirty="0"/>
              <a:t>On the other hand, routes  such as RT_14  and RT_13 seem less efficient and may need a review or better planning. </a:t>
            </a:r>
          </a:p>
          <a:p>
            <a:endParaRPr lang="en-US" sz="1600" dirty="0"/>
          </a:p>
          <a:p>
            <a:pPr marL="285750" indent="-285750">
              <a:buFont typeface="Arial" panose="020B0604020202020204" pitchFamily="34" charset="0"/>
              <a:buChar char="•"/>
            </a:pPr>
            <a:r>
              <a:rPr lang="en-US" sz="1600" dirty="0"/>
              <a:t>IDENTIFY 3 ROUTES WITH THE WORST EFFICIENCY RATIO.</a:t>
            </a:r>
          </a:p>
          <a:p>
            <a:endParaRPr lang="en-US" sz="1600" dirty="0"/>
          </a:p>
          <a:p>
            <a:r>
              <a:rPr lang="en-US" sz="1600" dirty="0"/>
              <a:t>We've got  some  routes that  need  attention - RT_19 is  covering  a lot of  ground and RT_12  is taking a long time. </a:t>
            </a:r>
          </a:p>
          <a:p>
            <a:r>
              <a:rPr lang="en-US" sz="1600" dirty="0"/>
              <a:t>RT_19's route  rating is also the worst,  so let's take  a  closer look and see  if we  can make some improvements.</a:t>
            </a:r>
          </a:p>
          <a:p>
            <a:endParaRPr lang="en-US" sz="1600" dirty="0"/>
          </a:p>
          <a:p>
            <a:pPr marL="285750" indent="-285750">
              <a:buFont typeface="Arial" panose="020B0604020202020204" pitchFamily="34" charset="0"/>
              <a:buChar char="•"/>
            </a:pPr>
            <a:r>
              <a:rPr lang="en-US" sz="1600" dirty="0"/>
              <a:t>FIND ROUTES WITH &gt;20% DELAYED SHIPMENTS.</a:t>
            </a:r>
          </a:p>
          <a:p>
            <a:endParaRPr lang="en-US" sz="1600" dirty="0"/>
          </a:p>
          <a:p>
            <a:r>
              <a:rPr lang="en-US" sz="1600" dirty="0"/>
              <a:t>Our  shipping operations are facing significant challenges,   with multiple routes  experiencing delay  percentages over 300%.</a:t>
            </a:r>
          </a:p>
          <a:p>
            <a:r>
              <a:rPr lang="en-US" sz="1600" dirty="0"/>
              <a:t> RT_11,  RT_05,  RT_18,  and RT_08 are among the worst  performers,  with delay rates ranging from 393%  to  433%. </a:t>
            </a:r>
          </a:p>
          <a:p>
            <a:r>
              <a:rPr lang="en-US" sz="1600" dirty="0"/>
              <a:t>We need to optimize  these routes to reduce delays  and improve  overall efficiency .</a:t>
            </a:r>
          </a:p>
          <a:p>
            <a:endParaRPr lang="en-US" sz="1600" dirty="0"/>
          </a:p>
          <a:p>
            <a:pPr marL="285750" indent="-285750">
              <a:buFont typeface="Arial" panose="020B0604020202020204" pitchFamily="34" charset="0"/>
              <a:buChar char="•"/>
            </a:pPr>
            <a:r>
              <a:rPr lang="en-US" sz="1600" dirty="0"/>
              <a:t> RECOMMEND POTENTIAL ROUTES FOR OPTIMIZATION.</a:t>
            </a:r>
          </a:p>
          <a:p>
            <a:endParaRPr lang="en-US" sz="1600" dirty="0"/>
          </a:p>
          <a:p>
            <a:r>
              <a:rPr lang="en-US" sz="1600" dirty="0"/>
              <a:t>Prioritize  optimizing  routes RT _11, RT_05, RT_18 , and  RT_ 08,  which have  the highest delay percentages. </a:t>
            </a:r>
          </a:p>
          <a:p>
            <a:r>
              <a:rPr lang="en-US" sz="1600" dirty="0"/>
              <a:t>By analyzing  these  routes, we can identify bottlenecks and implement changes to reduce  delays and improve overall efficiency.</a:t>
            </a:r>
          </a:p>
        </p:txBody>
      </p:sp>
      <p:graphicFrame>
        <p:nvGraphicFramePr>
          <p:cNvPr id="3" name="Chart 2">
            <a:extLst>
              <a:ext uri="{FF2B5EF4-FFF2-40B4-BE49-F238E27FC236}">
                <a16:creationId xmlns:a16="http://schemas.microsoft.com/office/drawing/2014/main" id="{7932AE59-37B3-3779-253A-B473AE25E42F}"/>
              </a:ext>
            </a:extLst>
          </p:cNvPr>
          <p:cNvGraphicFramePr>
            <a:graphicFrameLocks/>
          </p:cNvGraphicFramePr>
          <p:nvPr>
            <p:extLst>
              <p:ext uri="{D42A27DB-BD31-4B8C-83A1-F6EECF244321}">
                <p14:modId xmlns:p14="http://schemas.microsoft.com/office/powerpoint/2010/main" val="2627453968"/>
              </p:ext>
            </p:extLst>
          </p:nvPr>
        </p:nvGraphicFramePr>
        <p:xfrm>
          <a:off x="13812120" y="2149411"/>
          <a:ext cx="4027018" cy="27249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8F35AFB5-FC6F-7918-274B-953BE91C94D3}"/>
              </a:ext>
            </a:extLst>
          </p:cNvPr>
          <p:cNvGraphicFramePr>
            <a:graphicFrameLocks/>
          </p:cNvGraphicFramePr>
          <p:nvPr>
            <p:extLst>
              <p:ext uri="{D42A27DB-BD31-4B8C-83A1-F6EECF244321}">
                <p14:modId xmlns:p14="http://schemas.microsoft.com/office/powerpoint/2010/main" val="335822426"/>
              </p:ext>
            </p:extLst>
          </p:nvPr>
        </p:nvGraphicFramePr>
        <p:xfrm>
          <a:off x="13539629" y="6191761"/>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9508105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9F8A76-E6E4-5A5B-4118-BA641A113427}"/>
              </a:ext>
            </a:extLst>
          </p:cNvPr>
          <p:cNvSpPr txBox="1"/>
          <p:nvPr/>
        </p:nvSpPr>
        <p:spPr>
          <a:xfrm>
            <a:off x="621792" y="841248"/>
            <a:ext cx="2267712" cy="646331"/>
          </a:xfrm>
          <a:prstGeom prst="rect">
            <a:avLst/>
          </a:prstGeom>
          <a:noFill/>
        </p:spPr>
        <p:txBody>
          <a:bodyPr wrap="square" rtlCol="0">
            <a:spAutoFit/>
          </a:bodyPr>
          <a:lstStyle/>
          <a:p>
            <a:r>
              <a:rPr lang="en-US" dirty="0"/>
              <a:t>Average delivery time (in days)</a:t>
            </a:r>
            <a:endParaRPr lang="en-IN" dirty="0"/>
          </a:p>
        </p:txBody>
      </p:sp>
      <p:pic>
        <p:nvPicPr>
          <p:cNvPr id="8" name="Picture 7">
            <a:extLst>
              <a:ext uri="{FF2B5EF4-FFF2-40B4-BE49-F238E27FC236}">
                <a16:creationId xmlns:a16="http://schemas.microsoft.com/office/drawing/2014/main" id="{2AF82BBE-680A-BCF3-FA70-5CB861BA4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456" y="1711481"/>
            <a:ext cx="3195840" cy="3464023"/>
          </a:xfrm>
          <a:prstGeom prst="rect">
            <a:avLst/>
          </a:prstGeom>
        </p:spPr>
      </p:pic>
      <p:sp>
        <p:nvSpPr>
          <p:cNvPr id="9" name="TextBox 8">
            <a:extLst>
              <a:ext uri="{FF2B5EF4-FFF2-40B4-BE49-F238E27FC236}">
                <a16:creationId xmlns:a16="http://schemas.microsoft.com/office/drawing/2014/main" id="{26D92419-4D37-D778-6CC3-B872B2DB2329}"/>
              </a:ext>
            </a:extLst>
          </p:cNvPr>
          <p:cNvSpPr txBox="1"/>
          <p:nvPr/>
        </p:nvSpPr>
        <p:spPr>
          <a:xfrm>
            <a:off x="3917711" y="871805"/>
            <a:ext cx="2523744" cy="369332"/>
          </a:xfrm>
          <a:prstGeom prst="rect">
            <a:avLst/>
          </a:prstGeom>
          <a:noFill/>
        </p:spPr>
        <p:txBody>
          <a:bodyPr wrap="square" rtlCol="0">
            <a:spAutoFit/>
          </a:bodyPr>
          <a:lstStyle/>
          <a:p>
            <a:r>
              <a:rPr lang="en-IN" dirty="0"/>
              <a:t>Average traffic delay.</a:t>
            </a:r>
          </a:p>
        </p:txBody>
      </p:sp>
      <p:pic>
        <p:nvPicPr>
          <p:cNvPr id="11" name="Picture 10">
            <a:extLst>
              <a:ext uri="{FF2B5EF4-FFF2-40B4-BE49-F238E27FC236}">
                <a16:creationId xmlns:a16="http://schemas.microsoft.com/office/drawing/2014/main" id="{8A5D1D0D-CBE3-37E8-5B5B-FE652E98C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9936" y="1711481"/>
            <a:ext cx="1924319" cy="1247949"/>
          </a:xfrm>
          <a:prstGeom prst="rect">
            <a:avLst/>
          </a:prstGeom>
        </p:spPr>
      </p:pic>
      <p:sp>
        <p:nvSpPr>
          <p:cNvPr id="12" name="TextBox 11">
            <a:extLst>
              <a:ext uri="{FF2B5EF4-FFF2-40B4-BE49-F238E27FC236}">
                <a16:creationId xmlns:a16="http://schemas.microsoft.com/office/drawing/2014/main" id="{B69DA682-3678-3536-8AF1-EC6353E15484}"/>
              </a:ext>
            </a:extLst>
          </p:cNvPr>
          <p:cNvSpPr txBox="1"/>
          <p:nvPr/>
        </p:nvSpPr>
        <p:spPr>
          <a:xfrm>
            <a:off x="6669437" y="841248"/>
            <a:ext cx="4334256" cy="646330"/>
          </a:xfrm>
          <a:prstGeom prst="rect">
            <a:avLst/>
          </a:prstGeom>
          <a:noFill/>
        </p:spPr>
        <p:txBody>
          <a:bodyPr wrap="square" rtlCol="0">
            <a:spAutoFit/>
          </a:bodyPr>
          <a:lstStyle/>
          <a:p>
            <a:r>
              <a:rPr lang="en-US" dirty="0"/>
              <a:t>-- Distance-to-time efficiency ratio: </a:t>
            </a:r>
            <a:r>
              <a:rPr lang="en-US" dirty="0" err="1"/>
              <a:t>Distance_KM</a:t>
            </a:r>
            <a:r>
              <a:rPr lang="en-US" dirty="0"/>
              <a:t> / </a:t>
            </a:r>
            <a:r>
              <a:rPr lang="en-US" dirty="0" err="1"/>
              <a:t>Average_Travel_Time_Min</a:t>
            </a:r>
            <a:r>
              <a:rPr lang="en-US" dirty="0"/>
              <a:t>.</a:t>
            </a:r>
            <a:endParaRPr lang="en-IN" dirty="0"/>
          </a:p>
        </p:txBody>
      </p:sp>
      <p:pic>
        <p:nvPicPr>
          <p:cNvPr id="14" name="Picture 13">
            <a:extLst>
              <a:ext uri="{FF2B5EF4-FFF2-40B4-BE49-F238E27FC236}">
                <a16:creationId xmlns:a16="http://schemas.microsoft.com/office/drawing/2014/main" id="{8ABBC99A-51C7-671F-63AE-F21996F487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9437" y="1711481"/>
            <a:ext cx="3524742" cy="3464023"/>
          </a:xfrm>
          <a:prstGeom prst="rect">
            <a:avLst/>
          </a:prstGeom>
        </p:spPr>
      </p:pic>
      <p:sp>
        <p:nvSpPr>
          <p:cNvPr id="15" name="TextBox 14">
            <a:extLst>
              <a:ext uri="{FF2B5EF4-FFF2-40B4-BE49-F238E27FC236}">
                <a16:creationId xmlns:a16="http://schemas.microsoft.com/office/drawing/2014/main" id="{1AE0824B-4169-0E93-2C89-F46EEAE41239}"/>
              </a:ext>
            </a:extLst>
          </p:cNvPr>
          <p:cNvSpPr txBox="1"/>
          <p:nvPr/>
        </p:nvSpPr>
        <p:spPr>
          <a:xfrm>
            <a:off x="11231674" y="733306"/>
            <a:ext cx="3551951" cy="646331"/>
          </a:xfrm>
          <a:prstGeom prst="rect">
            <a:avLst/>
          </a:prstGeom>
          <a:noFill/>
        </p:spPr>
        <p:txBody>
          <a:bodyPr wrap="square" rtlCol="0">
            <a:spAutoFit/>
          </a:bodyPr>
          <a:lstStyle/>
          <a:p>
            <a:r>
              <a:rPr lang="en-US" dirty="0"/>
              <a:t> Identify 3 routes with the worst efficiency ratio.</a:t>
            </a:r>
            <a:endParaRPr lang="en-IN" dirty="0"/>
          </a:p>
        </p:txBody>
      </p:sp>
      <p:pic>
        <p:nvPicPr>
          <p:cNvPr id="17" name="Picture 16">
            <a:extLst>
              <a:ext uri="{FF2B5EF4-FFF2-40B4-BE49-F238E27FC236}">
                <a16:creationId xmlns:a16="http://schemas.microsoft.com/office/drawing/2014/main" id="{0F38CD2A-92A0-1D0D-E31A-0DC5FB55D5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79361" y="1540006"/>
            <a:ext cx="6439375" cy="2830826"/>
          </a:xfrm>
          <a:prstGeom prst="rect">
            <a:avLst/>
          </a:prstGeom>
        </p:spPr>
      </p:pic>
      <p:sp>
        <p:nvSpPr>
          <p:cNvPr id="18" name="TextBox 17">
            <a:extLst>
              <a:ext uri="{FF2B5EF4-FFF2-40B4-BE49-F238E27FC236}">
                <a16:creationId xmlns:a16="http://schemas.microsoft.com/office/drawing/2014/main" id="{33E6FB1E-4CA2-139C-E204-E451A56518B2}"/>
              </a:ext>
            </a:extLst>
          </p:cNvPr>
          <p:cNvSpPr txBox="1"/>
          <p:nvPr/>
        </p:nvSpPr>
        <p:spPr>
          <a:xfrm>
            <a:off x="315456" y="5925312"/>
            <a:ext cx="2852928" cy="646331"/>
          </a:xfrm>
          <a:prstGeom prst="rect">
            <a:avLst/>
          </a:prstGeom>
          <a:noFill/>
        </p:spPr>
        <p:txBody>
          <a:bodyPr wrap="square" rtlCol="0">
            <a:spAutoFit/>
          </a:bodyPr>
          <a:lstStyle/>
          <a:p>
            <a:r>
              <a:rPr lang="en-US" dirty="0"/>
              <a:t>Find routes with &gt;20% delayed shipments.</a:t>
            </a:r>
            <a:endParaRPr lang="en-IN" dirty="0"/>
          </a:p>
        </p:txBody>
      </p:sp>
      <p:pic>
        <p:nvPicPr>
          <p:cNvPr id="20" name="Picture 19">
            <a:extLst>
              <a:ext uri="{FF2B5EF4-FFF2-40B4-BE49-F238E27FC236}">
                <a16:creationId xmlns:a16="http://schemas.microsoft.com/office/drawing/2014/main" id="{BABEDB4F-1619-7B43-2B5C-89E12B6DDD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6571643"/>
            <a:ext cx="6126480" cy="3833223"/>
          </a:xfrm>
          <a:prstGeom prst="rect">
            <a:avLst/>
          </a:prstGeom>
        </p:spPr>
      </p:pic>
      <p:sp>
        <p:nvSpPr>
          <p:cNvPr id="21" name="TextBox 20">
            <a:extLst>
              <a:ext uri="{FF2B5EF4-FFF2-40B4-BE49-F238E27FC236}">
                <a16:creationId xmlns:a16="http://schemas.microsoft.com/office/drawing/2014/main" id="{D2660969-11B5-E06C-1FAB-014B4758C1F6}"/>
              </a:ext>
            </a:extLst>
          </p:cNvPr>
          <p:cNvSpPr txBox="1"/>
          <p:nvPr/>
        </p:nvSpPr>
        <p:spPr>
          <a:xfrm>
            <a:off x="8185355" y="6386977"/>
            <a:ext cx="4334256" cy="369332"/>
          </a:xfrm>
          <a:prstGeom prst="rect">
            <a:avLst/>
          </a:prstGeom>
          <a:noFill/>
        </p:spPr>
        <p:txBody>
          <a:bodyPr wrap="square" rtlCol="0">
            <a:spAutoFit/>
          </a:bodyPr>
          <a:lstStyle/>
          <a:p>
            <a:r>
              <a:rPr lang="en-US" dirty="0"/>
              <a:t>Recommend potential routes for optimization.</a:t>
            </a:r>
            <a:endParaRPr lang="en-IN" dirty="0"/>
          </a:p>
        </p:txBody>
      </p:sp>
      <p:sp>
        <p:nvSpPr>
          <p:cNvPr id="22" name="TextBox 21">
            <a:extLst>
              <a:ext uri="{FF2B5EF4-FFF2-40B4-BE49-F238E27FC236}">
                <a16:creationId xmlns:a16="http://schemas.microsoft.com/office/drawing/2014/main" id="{CDBF5CC3-FAC6-C9DA-7172-FC88415269E1}"/>
              </a:ext>
            </a:extLst>
          </p:cNvPr>
          <p:cNvSpPr txBox="1"/>
          <p:nvPr/>
        </p:nvSpPr>
        <p:spPr>
          <a:xfrm>
            <a:off x="8185355" y="7174157"/>
            <a:ext cx="8583561" cy="923330"/>
          </a:xfrm>
          <a:prstGeom prst="rect">
            <a:avLst/>
          </a:prstGeom>
          <a:noFill/>
        </p:spPr>
        <p:txBody>
          <a:bodyPr wrap="square" rtlCol="0">
            <a:spAutoFit/>
          </a:bodyPr>
          <a:lstStyle/>
          <a:p>
            <a:r>
              <a:rPr lang="en-US" dirty="0"/>
              <a:t>Routes RT_19, RT_12, and RT_10 take the most time even though they cover long distances, so improving these will have the biggest impact. Also, RT_11, RT_05, and RT_18 often face delays and late deliveries, so they should be looked into as well.</a:t>
            </a:r>
            <a:endParaRPr lang="en-IN" dirty="0"/>
          </a:p>
        </p:txBody>
      </p:sp>
    </p:spTree>
    <p:extLst>
      <p:ext uri="{BB962C8B-B14F-4D97-AF65-F5344CB8AC3E}">
        <p14:creationId xmlns:p14="http://schemas.microsoft.com/office/powerpoint/2010/main" val="36503376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D092AE-0EB3-9A34-A1A7-3E9BCEE570A8}"/>
              </a:ext>
            </a:extLst>
          </p:cNvPr>
          <p:cNvSpPr txBox="1"/>
          <p:nvPr/>
        </p:nvSpPr>
        <p:spPr>
          <a:xfrm>
            <a:off x="781665" y="576427"/>
            <a:ext cx="3023419" cy="646331"/>
          </a:xfrm>
          <a:prstGeom prst="rect">
            <a:avLst/>
          </a:prstGeom>
          <a:noFill/>
        </p:spPr>
        <p:txBody>
          <a:bodyPr wrap="square">
            <a:spAutoFit/>
          </a:bodyPr>
          <a:lstStyle/>
          <a:p>
            <a:r>
              <a:rPr lang="en-US" dirty="0"/>
              <a:t>Average delivery time (in days)</a:t>
            </a:r>
            <a:endParaRPr lang="en-IN" dirty="0"/>
          </a:p>
        </p:txBody>
      </p:sp>
      <p:sp>
        <p:nvSpPr>
          <p:cNvPr id="11" name="TextBox 10">
            <a:extLst>
              <a:ext uri="{FF2B5EF4-FFF2-40B4-BE49-F238E27FC236}">
                <a16:creationId xmlns:a16="http://schemas.microsoft.com/office/drawing/2014/main" id="{ACC5FC8B-F1A9-8862-4820-4179C2D32A10}"/>
              </a:ext>
            </a:extLst>
          </p:cNvPr>
          <p:cNvSpPr txBox="1"/>
          <p:nvPr/>
        </p:nvSpPr>
        <p:spPr>
          <a:xfrm>
            <a:off x="877529" y="6050563"/>
            <a:ext cx="2138516" cy="646330"/>
          </a:xfrm>
          <a:prstGeom prst="rect">
            <a:avLst/>
          </a:prstGeom>
          <a:noFill/>
        </p:spPr>
        <p:txBody>
          <a:bodyPr wrap="square">
            <a:spAutoFit/>
          </a:bodyPr>
          <a:lstStyle/>
          <a:p>
            <a:r>
              <a:rPr lang="en-IN" dirty="0"/>
              <a:t>Average traffic delay.</a:t>
            </a:r>
          </a:p>
        </p:txBody>
      </p:sp>
      <p:sp>
        <p:nvSpPr>
          <p:cNvPr id="13" name="TextBox 12">
            <a:extLst>
              <a:ext uri="{FF2B5EF4-FFF2-40B4-BE49-F238E27FC236}">
                <a16:creationId xmlns:a16="http://schemas.microsoft.com/office/drawing/2014/main" id="{6A32C77E-9D5D-BC1D-4340-4FE542746AF6}"/>
              </a:ext>
            </a:extLst>
          </p:cNvPr>
          <p:cNvSpPr txBox="1"/>
          <p:nvPr/>
        </p:nvSpPr>
        <p:spPr>
          <a:xfrm>
            <a:off x="13525373" y="637905"/>
            <a:ext cx="4807974" cy="646330"/>
          </a:xfrm>
          <a:prstGeom prst="rect">
            <a:avLst/>
          </a:prstGeom>
          <a:noFill/>
        </p:spPr>
        <p:txBody>
          <a:bodyPr wrap="square">
            <a:spAutoFit/>
          </a:bodyPr>
          <a:lstStyle/>
          <a:p>
            <a:r>
              <a:rPr lang="en-US" dirty="0"/>
              <a:t>-- Distance-to-time efficiency ratio: </a:t>
            </a:r>
            <a:r>
              <a:rPr lang="en-US" dirty="0" err="1"/>
              <a:t>Distance_KM</a:t>
            </a:r>
            <a:r>
              <a:rPr lang="en-US" dirty="0"/>
              <a:t> / </a:t>
            </a:r>
            <a:r>
              <a:rPr lang="en-US" dirty="0" err="1"/>
              <a:t>Average_Travel_Time_Min</a:t>
            </a:r>
            <a:r>
              <a:rPr lang="en-US" dirty="0"/>
              <a:t>.</a:t>
            </a:r>
            <a:endParaRPr lang="en-IN" dirty="0"/>
          </a:p>
        </p:txBody>
      </p:sp>
      <p:sp>
        <p:nvSpPr>
          <p:cNvPr id="15" name="TextBox 14">
            <a:extLst>
              <a:ext uri="{FF2B5EF4-FFF2-40B4-BE49-F238E27FC236}">
                <a16:creationId xmlns:a16="http://schemas.microsoft.com/office/drawing/2014/main" id="{773A5C05-46ED-0126-DD46-E7177C6FB894}"/>
              </a:ext>
            </a:extLst>
          </p:cNvPr>
          <p:cNvSpPr txBox="1"/>
          <p:nvPr/>
        </p:nvSpPr>
        <p:spPr>
          <a:xfrm>
            <a:off x="12935436" y="5681231"/>
            <a:ext cx="4807974" cy="369332"/>
          </a:xfrm>
          <a:prstGeom prst="rect">
            <a:avLst/>
          </a:prstGeom>
          <a:noFill/>
        </p:spPr>
        <p:txBody>
          <a:bodyPr wrap="square">
            <a:spAutoFit/>
          </a:bodyPr>
          <a:lstStyle/>
          <a:p>
            <a:r>
              <a:rPr lang="en-US" dirty="0"/>
              <a:t> Identify 3 routes with the worst efficiency ratio.</a:t>
            </a:r>
            <a:endParaRPr lang="en-IN" dirty="0"/>
          </a:p>
        </p:txBody>
      </p:sp>
      <p:sp>
        <p:nvSpPr>
          <p:cNvPr id="17" name="TextBox 16">
            <a:extLst>
              <a:ext uri="{FF2B5EF4-FFF2-40B4-BE49-F238E27FC236}">
                <a16:creationId xmlns:a16="http://schemas.microsoft.com/office/drawing/2014/main" id="{9658EB4E-9F55-7E02-E811-5E2B0BCAAFB0}"/>
              </a:ext>
            </a:extLst>
          </p:cNvPr>
          <p:cNvSpPr txBox="1"/>
          <p:nvPr/>
        </p:nvSpPr>
        <p:spPr>
          <a:xfrm>
            <a:off x="5825614" y="576427"/>
            <a:ext cx="4720585" cy="369332"/>
          </a:xfrm>
          <a:prstGeom prst="rect">
            <a:avLst/>
          </a:prstGeom>
          <a:noFill/>
        </p:spPr>
        <p:txBody>
          <a:bodyPr wrap="square">
            <a:spAutoFit/>
          </a:bodyPr>
          <a:lstStyle/>
          <a:p>
            <a:r>
              <a:rPr lang="en-US" dirty="0"/>
              <a:t>Find routes with &gt;20% delayed shipments.</a:t>
            </a:r>
            <a:endParaRPr lang="en-IN" dirty="0"/>
          </a:p>
        </p:txBody>
      </p:sp>
      <p:sp>
        <p:nvSpPr>
          <p:cNvPr id="18" name="Rectangle: Rounded Corners 17">
            <a:extLst>
              <a:ext uri="{FF2B5EF4-FFF2-40B4-BE49-F238E27FC236}">
                <a16:creationId xmlns:a16="http://schemas.microsoft.com/office/drawing/2014/main" id="{5E220811-CA27-98B8-F56F-3712C1D0EA15}"/>
              </a:ext>
            </a:extLst>
          </p:cNvPr>
          <p:cNvSpPr/>
          <p:nvPr/>
        </p:nvSpPr>
        <p:spPr>
          <a:xfrm>
            <a:off x="5485044" y="1222758"/>
            <a:ext cx="6107188" cy="7508287"/>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normAutofit lnSpcReduction="10000"/>
          </a:bodyPr>
          <a:lstStyle/>
          <a:p>
            <a:pPr algn="ctr"/>
            <a:r>
              <a:rPr lang="en-IN" dirty="0">
                <a:solidFill>
                  <a:schemeClr val="tx1"/>
                </a:solidFill>
              </a:rPr>
              <a:t>WITH </a:t>
            </a:r>
            <a:r>
              <a:rPr lang="en-IN" dirty="0" err="1">
                <a:solidFill>
                  <a:schemeClr val="tx1"/>
                </a:solidFill>
              </a:rPr>
              <a:t>shipment_delays</a:t>
            </a:r>
            <a:r>
              <a:rPr lang="en-IN" dirty="0">
                <a:solidFill>
                  <a:schemeClr val="tx1"/>
                </a:solidFill>
              </a:rPr>
              <a:t> AS (    -- Identify if each shipment has any delays    SELECT         </a:t>
            </a:r>
            <a:r>
              <a:rPr lang="en-IN" dirty="0" err="1">
                <a:solidFill>
                  <a:schemeClr val="tx1"/>
                </a:solidFill>
              </a:rPr>
              <a:t>Tracking_ID</a:t>
            </a:r>
            <a:r>
              <a:rPr lang="en-IN" dirty="0">
                <a:solidFill>
                  <a:schemeClr val="tx1"/>
                </a:solidFill>
              </a:rPr>
              <a:t>,        </a:t>
            </a:r>
            <a:r>
              <a:rPr lang="en-IN" dirty="0" err="1">
                <a:solidFill>
                  <a:schemeClr val="tx1"/>
                </a:solidFill>
              </a:rPr>
              <a:t>Order_ID</a:t>
            </a:r>
            <a:r>
              <a:rPr lang="en-IN" dirty="0">
                <a:solidFill>
                  <a:schemeClr val="tx1"/>
                </a:solidFill>
              </a:rPr>
              <a:t>,        MAX(CASE WHEN </a:t>
            </a:r>
            <a:r>
              <a:rPr lang="en-IN" dirty="0" err="1">
                <a:solidFill>
                  <a:schemeClr val="tx1"/>
                </a:solidFill>
              </a:rPr>
              <a:t>Delay_Minutes</a:t>
            </a:r>
            <a:r>
              <a:rPr lang="en-IN" dirty="0">
                <a:solidFill>
                  <a:schemeClr val="tx1"/>
                </a:solidFill>
              </a:rPr>
              <a:t> &gt; 0 THEN 1 ELSE 0 END) AS </a:t>
            </a:r>
            <a:r>
              <a:rPr lang="en-IN" dirty="0" err="1">
                <a:solidFill>
                  <a:schemeClr val="tx1"/>
                </a:solidFill>
              </a:rPr>
              <a:t>is_delayed</a:t>
            </a:r>
            <a:r>
              <a:rPr lang="en-IN" dirty="0">
                <a:solidFill>
                  <a:schemeClr val="tx1"/>
                </a:solidFill>
              </a:rPr>
              <a:t>,        SUM(COALESCE(</a:t>
            </a:r>
            <a:r>
              <a:rPr lang="en-IN" dirty="0" err="1">
                <a:solidFill>
                  <a:schemeClr val="tx1"/>
                </a:solidFill>
              </a:rPr>
              <a:t>Delay_Minutes</a:t>
            </a:r>
            <a:r>
              <a:rPr lang="en-IN" dirty="0">
                <a:solidFill>
                  <a:schemeClr val="tx1"/>
                </a:solidFill>
              </a:rPr>
              <a:t>, 0)) AS </a:t>
            </a:r>
            <a:r>
              <a:rPr lang="en-IN" dirty="0" err="1">
                <a:solidFill>
                  <a:schemeClr val="tx1"/>
                </a:solidFill>
              </a:rPr>
              <a:t>Total_Delay_Minutes</a:t>
            </a:r>
            <a:r>
              <a:rPr lang="en-IN" dirty="0">
                <a:solidFill>
                  <a:schemeClr val="tx1"/>
                </a:solidFill>
              </a:rPr>
              <a:t>    FROM shipment    GROUP BY </a:t>
            </a:r>
            <a:r>
              <a:rPr lang="en-IN" dirty="0" err="1">
                <a:solidFill>
                  <a:schemeClr val="tx1"/>
                </a:solidFill>
              </a:rPr>
              <a:t>Tracking_ID</a:t>
            </a:r>
            <a:r>
              <a:rPr lang="en-IN" dirty="0">
                <a:solidFill>
                  <a:schemeClr val="tx1"/>
                </a:solidFill>
              </a:rPr>
              <a:t>, </a:t>
            </a:r>
            <a:r>
              <a:rPr lang="en-IN" dirty="0" err="1">
                <a:solidFill>
                  <a:schemeClr val="tx1"/>
                </a:solidFill>
              </a:rPr>
              <a:t>Order_ID</a:t>
            </a:r>
            <a:r>
              <a:rPr lang="en-IN" dirty="0">
                <a:solidFill>
                  <a:schemeClr val="tx1"/>
                </a:solidFill>
              </a:rPr>
              <a:t>),</a:t>
            </a:r>
            <a:r>
              <a:rPr lang="en-IN" dirty="0" err="1">
                <a:solidFill>
                  <a:schemeClr val="tx1"/>
                </a:solidFill>
              </a:rPr>
              <a:t>route_delay_stats</a:t>
            </a:r>
            <a:r>
              <a:rPr lang="en-IN" dirty="0">
                <a:solidFill>
                  <a:schemeClr val="tx1"/>
                </a:solidFill>
              </a:rPr>
              <a:t> AS (    -- Calculate delay statistics per route    SELECT         </a:t>
            </a:r>
            <a:r>
              <a:rPr lang="en-IN" dirty="0" err="1">
                <a:solidFill>
                  <a:schemeClr val="tx1"/>
                </a:solidFill>
              </a:rPr>
              <a:t>r.Route_ID</a:t>
            </a:r>
            <a:r>
              <a:rPr lang="en-IN" dirty="0">
                <a:solidFill>
                  <a:schemeClr val="tx1"/>
                </a:solidFill>
              </a:rPr>
              <a:t>,        </a:t>
            </a:r>
            <a:r>
              <a:rPr lang="en-IN" dirty="0" err="1">
                <a:solidFill>
                  <a:schemeClr val="tx1"/>
                </a:solidFill>
              </a:rPr>
              <a:t>r.Start_Location</a:t>
            </a:r>
            <a:r>
              <a:rPr lang="en-IN" dirty="0">
                <a:solidFill>
                  <a:schemeClr val="tx1"/>
                </a:solidFill>
              </a:rPr>
              <a:t>,        </a:t>
            </a:r>
            <a:r>
              <a:rPr lang="en-IN" dirty="0" err="1">
                <a:solidFill>
                  <a:schemeClr val="tx1"/>
                </a:solidFill>
              </a:rPr>
              <a:t>r.End_Location</a:t>
            </a:r>
            <a:r>
              <a:rPr lang="en-IN" dirty="0">
                <a:solidFill>
                  <a:schemeClr val="tx1"/>
                </a:solidFill>
              </a:rPr>
              <a:t>,        </a:t>
            </a:r>
            <a:r>
              <a:rPr lang="en-IN" dirty="0" err="1">
                <a:solidFill>
                  <a:schemeClr val="tx1"/>
                </a:solidFill>
              </a:rPr>
              <a:t>r.Distance_KM</a:t>
            </a:r>
            <a:r>
              <a:rPr lang="en-IN" dirty="0">
                <a:solidFill>
                  <a:schemeClr val="tx1"/>
                </a:solidFill>
              </a:rPr>
              <a:t>,        </a:t>
            </a:r>
            <a:r>
              <a:rPr lang="en-IN" dirty="0" err="1">
                <a:solidFill>
                  <a:schemeClr val="tx1"/>
                </a:solidFill>
              </a:rPr>
              <a:t>r.Average_Travel_Time_Min</a:t>
            </a:r>
            <a:r>
              <a:rPr lang="en-IN" dirty="0">
                <a:solidFill>
                  <a:schemeClr val="tx1"/>
                </a:solidFill>
              </a:rPr>
              <a:t>,        COUNT(DISTINCT </a:t>
            </a:r>
            <a:r>
              <a:rPr lang="en-IN" dirty="0" err="1">
                <a:solidFill>
                  <a:schemeClr val="tx1"/>
                </a:solidFill>
              </a:rPr>
              <a:t>o.Order_ID</a:t>
            </a:r>
            <a:r>
              <a:rPr lang="en-IN" dirty="0">
                <a:solidFill>
                  <a:schemeClr val="tx1"/>
                </a:solidFill>
              </a:rPr>
              <a:t>) AS </a:t>
            </a:r>
            <a:r>
              <a:rPr lang="en-IN" dirty="0" err="1">
                <a:solidFill>
                  <a:schemeClr val="tx1"/>
                </a:solidFill>
              </a:rPr>
              <a:t>Total_Shipments</a:t>
            </a:r>
            <a:r>
              <a:rPr lang="en-IN" dirty="0">
                <a:solidFill>
                  <a:schemeClr val="tx1"/>
                </a:solidFill>
              </a:rPr>
              <a:t>,        SUM(</a:t>
            </a:r>
            <a:r>
              <a:rPr lang="en-IN" dirty="0" err="1">
                <a:solidFill>
                  <a:schemeClr val="tx1"/>
                </a:solidFill>
              </a:rPr>
              <a:t>sd.is_delayed</a:t>
            </a:r>
            <a:r>
              <a:rPr lang="en-IN" dirty="0">
                <a:solidFill>
                  <a:schemeClr val="tx1"/>
                </a:solidFill>
              </a:rPr>
              <a:t>) AS </a:t>
            </a:r>
            <a:r>
              <a:rPr lang="en-IN" dirty="0" err="1">
                <a:solidFill>
                  <a:schemeClr val="tx1"/>
                </a:solidFill>
              </a:rPr>
              <a:t>Delayed_Shipments</a:t>
            </a:r>
            <a:r>
              <a:rPr lang="en-IN" dirty="0">
                <a:solidFill>
                  <a:schemeClr val="tx1"/>
                </a:solidFill>
              </a:rPr>
              <a:t>,        ROUND(100.0 * SUM(</a:t>
            </a:r>
            <a:r>
              <a:rPr lang="en-IN" dirty="0" err="1">
                <a:solidFill>
                  <a:schemeClr val="tx1"/>
                </a:solidFill>
              </a:rPr>
              <a:t>sd.is_delayed</a:t>
            </a:r>
            <a:r>
              <a:rPr lang="en-IN" dirty="0">
                <a:solidFill>
                  <a:schemeClr val="tx1"/>
                </a:solidFill>
              </a:rPr>
              <a:t>) / COUNT(DISTINCT </a:t>
            </a:r>
            <a:r>
              <a:rPr lang="en-IN" dirty="0" err="1">
                <a:solidFill>
                  <a:schemeClr val="tx1"/>
                </a:solidFill>
              </a:rPr>
              <a:t>o.Order_ID</a:t>
            </a:r>
            <a:r>
              <a:rPr lang="en-IN" dirty="0">
                <a:solidFill>
                  <a:schemeClr val="tx1"/>
                </a:solidFill>
              </a:rPr>
              <a:t>), 2) AS </a:t>
            </a:r>
            <a:r>
              <a:rPr lang="en-IN" dirty="0" err="1">
                <a:solidFill>
                  <a:schemeClr val="tx1"/>
                </a:solidFill>
              </a:rPr>
              <a:t>Delay_Percentage</a:t>
            </a:r>
            <a:r>
              <a:rPr lang="en-IN" dirty="0">
                <a:solidFill>
                  <a:schemeClr val="tx1"/>
                </a:solidFill>
              </a:rPr>
              <a:t>,        ROUND(AVG(</a:t>
            </a:r>
            <a:r>
              <a:rPr lang="en-IN" dirty="0" err="1">
                <a:solidFill>
                  <a:schemeClr val="tx1"/>
                </a:solidFill>
              </a:rPr>
              <a:t>sd.total_delay_minutes</a:t>
            </a:r>
            <a:r>
              <a:rPr lang="en-IN" dirty="0">
                <a:solidFill>
                  <a:schemeClr val="tx1"/>
                </a:solidFill>
              </a:rPr>
              <a:t>), 2) AS </a:t>
            </a:r>
            <a:r>
              <a:rPr lang="en-IN" dirty="0" err="1">
                <a:solidFill>
                  <a:schemeClr val="tx1"/>
                </a:solidFill>
              </a:rPr>
              <a:t>Avg_Delay_Minutes</a:t>
            </a:r>
            <a:r>
              <a:rPr lang="en-IN" dirty="0">
                <a:solidFill>
                  <a:schemeClr val="tx1"/>
                </a:solidFill>
              </a:rPr>
              <a:t>    FROM routes r    INNER JOIN orders o ON </a:t>
            </a:r>
            <a:r>
              <a:rPr lang="en-IN" dirty="0" err="1">
                <a:solidFill>
                  <a:schemeClr val="tx1"/>
                </a:solidFill>
              </a:rPr>
              <a:t>r.Route_ID</a:t>
            </a:r>
            <a:r>
              <a:rPr lang="en-IN" dirty="0">
                <a:solidFill>
                  <a:schemeClr val="tx1"/>
                </a:solidFill>
              </a:rPr>
              <a:t> = </a:t>
            </a:r>
            <a:r>
              <a:rPr lang="en-IN" dirty="0" err="1">
                <a:solidFill>
                  <a:schemeClr val="tx1"/>
                </a:solidFill>
              </a:rPr>
              <a:t>o.Route_ID</a:t>
            </a:r>
            <a:r>
              <a:rPr lang="en-IN" dirty="0">
                <a:solidFill>
                  <a:schemeClr val="tx1"/>
                </a:solidFill>
              </a:rPr>
              <a:t>    INNER JOIN </a:t>
            </a:r>
            <a:r>
              <a:rPr lang="en-IN" dirty="0" err="1">
                <a:solidFill>
                  <a:schemeClr val="tx1"/>
                </a:solidFill>
              </a:rPr>
              <a:t>shipment_delays</a:t>
            </a:r>
            <a:r>
              <a:rPr lang="en-IN" dirty="0">
                <a:solidFill>
                  <a:schemeClr val="tx1"/>
                </a:solidFill>
              </a:rPr>
              <a:t> </a:t>
            </a:r>
            <a:r>
              <a:rPr lang="en-IN" dirty="0" err="1">
                <a:solidFill>
                  <a:schemeClr val="tx1"/>
                </a:solidFill>
              </a:rPr>
              <a:t>sd</a:t>
            </a:r>
            <a:r>
              <a:rPr lang="en-IN" dirty="0">
                <a:solidFill>
                  <a:schemeClr val="tx1"/>
                </a:solidFill>
              </a:rPr>
              <a:t> ON </a:t>
            </a:r>
            <a:r>
              <a:rPr lang="en-IN" dirty="0" err="1">
                <a:solidFill>
                  <a:schemeClr val="tx1"/>
                </a:solidFill>
              </a:rPr>
              <a:t>o.Order_ID</a:t>
            </a:r>
            <a:r>
              <a:rPr lang="en-IN" dirty="0">
                <a:solidFill>
                  <a:schemeClr val="tx1"/>
                </a:solidFill>
              </a:rPr>
              <a:t> = </a:t>
            </a:r>
            <a:r>
              <a:rPr lang="en-IN" dirty="0" err="1">
                <a:solidFill>
                  <a:schemeClr val="tx1"/>
                </a:solidFill>
              </a:rPr>
              <a:t>sd.Order_ID</a:t>
            </a:r>
            <a:r>
              <a:rPr lang="en-IN" dirty="0">
                <a:solidFill>
                  <a:schemeClr val="tx1"/>
                </a:solidFill>
              </a:rPr>
              <a:t>    GROUP BY </a:t>
            </a:r>
            <a:r>
              <a:rPr lang="en-IN" dirty="0" err="1">
                <a:solidFill>
                  <a:schemeClr val="tx1"/>
                </a:solidFill>
              </a:rPr>
              <a:t>r.Route_ID</a:t>
            </a:r>
            <a:r>
              <a:rPr lang="en-IN" dirty="0">
                <a:solidFill>
                  <a:schemeClr val="tx1"/>
                </a:solidFill>
              </a:rPr>
              <a:t>, </a:t>
            </a:r>
            <a:r>
              <a:rPr lang="en-IN" dirty="0" err="1">
                <a:solidFill>
                  <a:schemeClr val="tx1"/>
                </a:solidFill>
              </a:rPr>
              <a:t>r.Start_Location</a:t>
            </a:r>
            <a:r>
              <a:rPr lang="en-IN" dirty="0">
                <a:solidFill>
                  <a:schemeClr val="tx1"/>
                </a:solidFill>
              </a:rPr>
              <a:t>, </a:t>
            </a:r>
            <a:r>
              <a:rPr lang="en-IN" dirty="0" err="1">
                <a:solidFill>
                  <a:schemeClr val="tx1"/>
                </a:solidFill>
              </a:rPr>
              <a:t>r.End_Location</a:t>
            </a:r>
            <a:r>
              <a:rPr lang="en-IN" dirty="0">
                <a:solidFill>
                  <a:schemeClr val="tx1"/>
                </a:solidFill>
              </a:rPr>
              <a:t>, </a:t>
            </a:r>
            <a:r>
              <a:rPr lang="en-IN" dirty="0" err="1">
                <a:solidFill>
                  <a:schemeClr val="tx1"/>
                </a:solidFill>
              </a:rPr>
              <a:t>r.Distance_KM</a:t>
            </a:r>
            <a:r>
              <a:rPr lang="en-IN" dirty="0">
                <a:solidFill>
                  <a:schemeClr val="tx1"/>
                </a:solidFill>
              </a:rPr>
              <a:t>, </a:t>
            </a:r>
            <a:r>
              <a:rPr lang="en-IN" dirty="0" err="1">
                <a:solidFill>
                  <a:schemeClr val="tx1"/>
                </a:solidFill>
              </a:rPr>
              <a:t>r.Average_Travel_Time_Min</a:t>
            </a:r>
            <a:r>
              <a:rPr lang="en-IN" dirty="0">
                <a:solidFill>
                  <a:schemeClr val="tx1"/>
                </a:solidFill>
              </a:rPr>
              <a:t>)SELECT     </a:t>
            </a:r>
            <a:r>
              <a:rPr lang="en-IN" dirty="0" err="1">
                <a:solidFill>
                  <a:schemeClr val="tx1"/>
                </a:solidFill>
              </a:rPr>
              <a:t>Route_ID</a:t>
            </a:r>
            <a:r>
              <a:rPr lang="en-IN" dirty="0">
                <a:solidFill>
                  <a:schemeClr val="tx1"/>
                </a:solidFill>
              </a:rPr>
              <a:t>,    </a:t>
            </a:r>
            <a:r>
              <a:rPr lang="en-IN" dirty="0" err="1">
                <a:solidFill>
                  <a:schemeClr val="tx1"/>
                </a:solidFill>
              </a:rPr>
              <a:t>Start_Location</a:t>
            </a:r>
            <a:r>
              <a:rPr lang="en-IN" dirty="0">
                <a:solidFill>
                  <a:schemeClr val="tx1"/>
                </a:solidFill>
              </a:rPr>
              <a:t>,    </a:t>
            </a:r>
            <a:r>
              <a:rPr lang="en-IN" dirty="0" err="1">
                <a:solidFill>
                  <a:schemeClr val="tx1"/>
                </a:solidFill>
              </a:rPr>
              <a:t>End_Location</a:t>
            </a:r>
            <a:r>
              <a:rPr lang="en-IN" dirty="0">
                <a:solidFill>
                  <a:schemeClr val="tx1"/>
                </a:solidFill>
              </a:rPr>
              <a:t>,    </a:t>
            </a:r>
            <a:r>
              <a:rPr lang="en-IN" dirty="0" err="1">
                <a:solidFill>
                  <a:schemeClr val="tx1"/>
                </a:solidFill>
              </a:rPr>
              <a:t>Distance_KM</a:t>
            </a:r>
            <a:r>
              <a:rPr lang="en-IN" dirty="0">
                <a:solidFill>
                  <a:schemeClr val="tx1"/>
                </a:solidFill>
              </a:rPr>
              <a:t>,    </a:t>
            </a:r>
            <a:r>
              <a:rPr lang="en-IN" dirty="0" err="1">
                <a:solidFill>
                  <a:schemeClr val="tx1"/>
                </a:solidFill>
              </a:rPr>
              <a:t>Average_Travel_Time_Min</a:t>
            </a:r>
            <a:r>
              <a:rPr lang="en-IN" dirty="0">
                <a:solidFill>
                  <a:schemeClr val="tx1"/>
                </a:solidFill>
              </a:rPr>
              <a:t>,    </a:t>
            </a:r>
            <a:r>
              <a:rPr lang="en-IN" dirty="0" err="1">
                <a:solidFill>
                  <a:schemeClr val="tx1"/>
                </a:solidFill>
              </a:rPr>
              <a:t>Total_Shipments</a:t>
            </a:r>
            <a:r>
              <a:rPr lang="en-IN" dirty="0">
                <a:solidFill>
                  <a:schemeClr val="tx1"/>
                </a:solidFill>
              </a:rPr>
              <a:t>,    </a:t>
            </a:r>
            <a:r>
              <a:rPr lang="en-IN" dirty="0" err="1">
                <a:solidFill>
                  <a:schemeClr val="tx1"/>
                </a:solidFill>
              </a:rPr>
              <a:t>Delayed_Shipments</a:t>
            </a:r>
            <a:r>
              <a:rPr lang="en-IN" dirty="0">
                <a:solidFill>
                  <a:schemeClr val="tx1"/>
                </a:solidFill>
              </a:rPr>
              <a:t>,    </a:t>
            </a:r>
            <a:r>
              <a:rPr lang="en-IN" dirty="0" err="1">
                <a:solidFill>
                  <a:schemeClr val="tx1"/>
                </a:solidFill>
              </a:rPr>
              <a:t>Delay_Percentage</a:t>
            </a:r>
            <a:r>
              <a:rPr lang="en-IN" dirty="0">
                <a:solidFill>
                  <a:schemeClr val="tx1"/>
                </a:solidFill>
              </a:rPr>
              <a:t>,    </a:t>
            </a:r>
            <a:r>
              <a:rPr lang="en-IN" dirty="0" err="1">
                <a:solidFill>
                  <a:schemeClr val="tx1"/>
                </a:solidFill>
              </a:rPr>
              <a:t>Avg_Delay_MinutesFROM</a:t>
            </a:r>
            <a:r>
              <a:rPr lang="en-IN" dirty="0">
                <a:solidFill>
                  <a:schemeClr val="tx1"/>
                </a:solidFill>
              </a:rPr>
              <a:t> </a:t>
            </a:r>
            <a:r>
              <a:rPr lang="en-IN" dirty="0" err="1">
                <a:solidFill>
                  <a:schemeClr val="tx1"/>
                </a:solidFill>
              </a:rPr>
              <a:t>route_delay_statsWHERE</a:t>
            </a:r>
            <a:r>
              <a:rPr lang="en-IN" dirty="0">
                <a:solidFill>
                  <a:schemeClr val="tx1"/>
                </a:solidFill>
              </a:rPr>
              <a:t> delay_percentage &gt; 0.2ORDER BY delay_percentage DESC, </a:t>
            </a:r>
            <a:r>
              <a:rPr lang="en-IN" dirty="0" err="1">
                <a:solidFill>
                  <a:schemeClr val="tx1"/>
                </a:solidFill>
              </a:rPr>
              <a:t>total_shipments</a:t>
            </a:r>
            <a:r>
              <a:rPr lang="en-IN" dirty="0">
                <a:solidFill>
                  <a:schemeClr val="tx1"/>
                </a:solidFill>
              </a:rPr>
              <a:t> DESC;</a:t>
            </a:r>
            <a:endParaRPr lang="en-IN" dirty="0">
              <a:solidFill>
                <a:schemeClr val="tx1"/>
              </a:solidFill>
              <a:highlight>
                <a:srgbClr val="00FF00"/>
              </a:highlight>
            </a:endParaRPr>
          </a:p>
        </p:txBody>
      </p:sp>
      <p:sp>
        <p:nvSpPr>
          <p:cNvPr id="20" name="Rectangle: Rounded Corners 19">
            <a:extLst>
              <a:ext uri="{FF2B5EF4-FFF2-40B4-BE49-F238E27FC236}">
                <a16:creationId xmlns:a16="http://schemas.microsoft.com/office/drawing/2014/main" id="{934FD313-6A87-B155-5529-B2C24BA28569}"/>
              </a:ext>
            </a:extLst>
          </p:cNvPr>
          <p:cNvSpPr/>
          <p:nvPr/>
        </p:nvSpPr>
        <p:spPr>
          <a:xfrm>
            <a:off x="13750413" y="1460089"/>
            <a:ext cx="4582933" cy="3850097"/>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chemeClr val="tx1"/>
                </a:solidFill>
              </a:rPr>
              <a:t>select </a:t>
            </a:r>
            <a:r>
              <a:rPr lang="en-US" dirty="0" err="1">
                <a:solidFill>
                  <a:schemeClr val="tx1"/>
                </a:solidFill>
              </a:rPr>
              <a:t>Route_ID</a:t>
            </a:r>
            <a:r>
              <a:rPr lang="en-US" dirty="0">
                <a:solidFill>
                  <a:schemeClr val="tx1"/>
                </a:solidFill>
              </a:rPr>
              <a:t>, sum(</a:t>
            </a:r>
            <a:r>
              <a:rPr lang="en-US" dirty="0" err="1">
                <a:solidFill>
                  <a:schemeClr val="tx1"/>
                </a:solidFill>
              </a:rPr>
              <a:t>Distance_KM</a:t>
            </a:r>
            <a:r>
              <a:rPr lang="en-US" dirty="0">
                <a:solidFill>
                  <a:schemeClr val="tx1"/>
                </a:solidFill>
              </a:rPr>
              <a:t>)/ sum(</a:t>
            </a:r>
            <a:r>
              <a:rPr lang="en-US" dirty="0" err="1">
                <a:solidFill>
                  <a:schemeClr val="tx1"/>
                </a:solidFill>
              </a:rPr>
              <a:t>Average_Travel_Time_Min</a:t>
            </a:r>
            <a:r>
              <a:rPr lang="en-US" dirty="0">
                <a:solidFill>
                  <a:schemeClr val="tx1"/>
                </a:solidFill>
              </a:rPr>
              <a:t>) as </a:t>
            </a:r>
            <a:r>
              <a:rPr lang="en-US" dirty="0" err="1">
                <a:solidFill>
                  <a:schemeClr val="tx1"/>
                </a:solidFill>
              </a:rPr>
              <a:t>Distance_to_time_efficiency_ratio</a:t>
            </a:r>
            <a:r>
              <a:rPr lang="en-US" dirty="0">
                <a:solidFill>
                  <a:schemeClr val="tx1"/>
                </a:solidFill>
              </a:rPr>
              <a:t> from routes group by </a:t>
            </a:r>
            <a:r>
              <a:rPr lang="en-US" dirty="0" err="1">
                <a:solidFill>
                  <a:schemeClr val="tx1"/>
                </a:solidFill>
              </a:rPr>
              <a:t>Route_ID</a:t>
            </a:r>
            <a:r>
              <a:rPr lang="en-US" dirty="0">
                <a:solidFill>
                  <a:schemeClr val="tx1"/>
                </a:solidFill>
              </a:rPr>
              <a:t> order by </a:t>
            </a:r>
            <a:r>
              <a:rPr lang="en-US" dirty="0" err="1">
                <a:solidFill>
                  <a:schemeClr val="tx1"/>
                </a:solidFill>
              </a:rPr>
              <a:t>Distance_to_time_efficiency_ratio</a:t>
            </a:r>
            <a:r>
              <a:rPr lang="en-US" dirty="0">
                <a:solidFill>
                  <a:schemeClr val="tx1"/>
                </a:solidFill>
              </a:rPr>
              <a:t> desc;-- Identify 3 routes with the worst efficiency </a:t>
            </a:r>
            <a:r>
              <a:rPr lang="en-US" dirty="0" err="1">
                <a:solidFill>
                  <a:schemeClr val="tx1"/>
                </a:solidFill>
              </a:rPr>
              <a:t>ratio.SELECT</a:t>
            </a:r>
            <a:r>
              <a:rPr lang="en-US" dirty="0">
                <a:solidFill>
                  <a:schemeClr val="tx1"/>
                </a:solidFill>
              </a:rPr>
              <a:t>    </a:t>
            </a:r>
            <a:r>
              <a:rPr lang="en-US" dirty="0" err="1">
                <a:solidFill>
                  <a:schemeClr val="tx1"/>
                </a:solidFill>
              </a:rPr>
              <a:t>Route_ID</a:t>
            </a:r>
            <a:r>
              <a:rPr lang="en-US" dirty="0">
                <a:solidFill>
                  <a:schemeClr val="tx1"/>
                </a:solidFill>
              </a:rPr>
              <a:t>,    SUM(</a:t>
            </a:r>
            <a:r>
              <a:rPr lang="en-US" dirty="0" err="1">
                <a:solidFill>
                  <a:schemeClr val="tx1"/>
                </a:solidFill>
              </a:rPr>
              <a:t>Distance_KM</a:t>
            </a:r>
            <a:r>
              <a:rPr lang="en-US" dirty="0">
                <a:solidFill>
                  <a:schemeClr val="tx1"/>
                </a:solidFill>
              </a:rPr>
              <a:t>),    SUM(</a:t>
            </a:r>
            <a:r>
              <a:rPr lang="en-US" dirty="0" err="1">
                <a:solidFill>
                  <a:schemeClr val="tx1"/>
                </a:solidFill>
              </a:rPr>
              <a:t>Average_Travel_Time_Min</a:t>
            </a:r>
            <a:r>
              <a:rPr lang="en-US" dirty="0">
                <a:solidFill>
                  <a:schemeClr val="tx1"/>
                </a:solidFill>
              </a:rPr>
              <a:t>),    (SUM(</a:t>
            </a:r>
            <a:r>
              <a:rPr lang="en-US" dirty="0" err="1">
                <a:solidFill>
                  <a:schemeClr val="tx1"/>
                </a:solidFill>
              </a:rPr>
              <a:t>Distance_KM</a:t>
            </a:r>
            <a:r>
              <a:rPr lang="en-US" dirty="0">
                <a:solidFill>
                  <a:schemeClr val="tx1"/>
                </a:solidFill>
              </a:rPr>
              <a:t>) / SUM(</a:t>
            </a:r>
            <a:r>
              <a:rPr lang="en-US" dirty="0" err="1">
                <a:solidFill>
                  <a:schemeClr val="tx1"/>
                </a:solidFill>
              </a:rPr>
              <a:t>Average_Travel_Time_Min</a:t>
            </a:r>
            <a:r>
              <a:rPr lang="en-US" dirty="0">
                <a:solidFill>
                  <a:schemeClr val="tx1"/>
                </a:solidFill>
              </a:rPr>
              <a:t>)) AS </a:t>
            </a:r>
            <a:r>
              <a:rPr lang="en-US" dirty="0" err="1">
                <a:solidFill>
                  <a:schemeClr val="tx1"/>
                </a:solidFill>
              </a:rPr>
              <a:t>Worst_RouteFROM</a:t>
            </a:r>
            <a:r>
              <a:rPr lang="en-US" dirty="0">
                <a:solidFill>
                  <a:schemeClr val="tx1"/>
                </a:solidFill>
              </a:rPr>
              <a:t>    </a:t>
            </a:r>
            <a:r>
              <a:rPr lang="en-US" dirty="0" err="1">
                <a:solidFill>
                  <a:schemeClr val="tx1"/>
                </a:solidFill>
              </a:rPr>
              <a:t>routesGROUP</a:t>
            </a:r>
            <a:r>
              <a:rPr lang="en-US" dirty="0">
                <a:solidFill>
                  <a:schemeClr val="tx1"/>
                </a:solidFill>
              </a:rPr>
              <a:t> BY    </a:t>
            </a:r>
            <a:r>
              <a:rPr lang="en-US" dirty="0" err="1">
                <a:solidFill>
                  <a:schemeClr val="tx1"/>
                </a:solidFill>
              </a:rPr>
              <a:t>Route_IDORDER</a:t>
            </a:r>
            <a:r>
              <a:rPr lang="en-US" dirty="0">
                <a:solidFill>
                  <a:schemeClr val="tx1"/>
                </a:solidFill>
              </a:rPr>
              <a:t> BY    </a:t>
            </a:r>
            <a:r>
              <a:rPr lang="en-US" dirty="0" err="1">
                <a:solidFill>
                  <a:schemeClr val="tx1"/>
                </a:solidFill>
              </a:rPr>
              <a:t>Worst_Route</a:t>
            </a:r>
            <a:r>
              <a:rPr lang="en-US" dirty="0">
                <a:solidFill>
                  <a:schemeClr val="tx1"/>
                </a:solidFill>
              </a:rPr>
              <a:t> DESCLIMIT 3;</a:t>
            </a:r>
            <a:endParaRPr lang="en-IN" dirty="0">
              <a:solidFill>
                <a:schemeClr val="tx1"/>
              </a:solidFill>
              <a:highlight>
                <a:srgbClr val="00FF00"/>
              </a:highlight>
            </a:endParaRPr>
          </a:p>
        </p:txBody>
      </p:sp>
      <p:sp>
        <p:nvSpPr>
          <p:cNvPr id="22" name="Rectangle: Rounded Corners 21">
            <a:extLst>
              <a:ext uri="{FF2B5EF4-FFF2-40B4-BE49-F238E27FC236}">
                <a16:creationId xmlns:a16="http://schemas.microsoft.com/office/drawing/2014/main" id="{6C513352-5C53-BA14-B8FA-1336625691A1}"/>
              </a:ext>
            </a:extLst>
          </p:cNvPr>
          <p:cNvSpPr/>
          <p:nvPr/>
        </p:nvSpPr>
        <p:spPr>
          <a:xfrm>
            <a:off x="501445" y="7125721"/>
            <a:ext cx="2890684" cy="2979174"/>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chemeClr val="tx1"/>
                </a:solidFill>
              </a:rPr>
              <a:t>select avg(</a:t>
            </a:r>
            <a:r>
              <a:rPr lang="en-US" dirty="0" err="1">
                <a:solidFill>
                  <a:schemeClr val="tx1"/>
                </a:solidFill>
              </a:rPr>
              <a:t>Traffic_Delay_Min</a:t>
            </a:r>
            <a:r>
              <a:rPr lang="en-US" dirty="0">
                <a:solidFill>
                  <a:schemeClr val="tx1"/>
                </a:solidFill>
              </a:rPr>
              <a:t>) as "Average Traffic Delay" from routes;</a:t>
            </a:r>
            <a:endParaRPr lang="en-IN" dirty="0">
              <a:solidFill>
                <a:schemeClr val="tx1"/>
              </a:solidFill>
              <a:highlight>
                <a:srgbClr val="00FF00"/>
              </a:highlight>
            </a:endParaRPr>
          </a:p>
        </p:txBody>
      </p:sp>
      <p:sp>
        <p:nvSpPr>
          <p:cNvPr id="24" name="Rectangle: Rounded Corners 23">
            <a:extLst>
              <a:ext uri="{FF2B5EF4-FFF2-40B4-BE49-F238E27FC236}">
                <a16:creationId xmlns:a16="http://schemas.microsoft.com/office/drawing/2014/main" id="{B8807BE1-2EB9-1F18-0272-9A90CFE246E9}"/>
              </a:ext>
            </a:extLst>
          </p:cNvPr>
          <p:cNvSpPr/>
          <p:nvPr/>
        </p:nvSpPr>
        <p:spPr>
          <a:xfrm>
            <a:off x="13151194" y="6181112"/>
            <a:ext cx="4807973" cy="2979174"/>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IN" dirty="0">
                <a:solidFill>
                  <a:schemeClr val="tx1"/>
                </a:solidFill>
              </a:rPr>
              <a:t>SELECT    </a:t>
            </a:r>
            <a:r>
              <a:rPr lang="en-IN" dirty="0" err="1">
                <a:solidFill>
                  <a:schemeClr val="tx1"/>
                </a:solidFill>
              </a:rPr>
              <a:t>Route_ID</a:t>
            </a:r>
            <a:r>
              <a:rPr lang="en-IN" dirty="0">
                <a:solidFill>
                  <a:schemeClr val="tx1"/>
                </a:solidFill>
              </a:rPr>
              <a:t>,    SUM(</a:t>
            </a:r>
            <a:r>
              <a:rPr lang="en-IN" dirty="0" err="1">
                <a:solidFill>
                  <a:schemeClr val="tx1"/>
                </a:solidFill>
              </a:rPr>
              <a:t>Distance_KM</a:t>
            </a:r>
            <a:r>
              <a:rPr lang="en-IN" dirty="0">
                <a:solidFill>
                  <a:schemeClr val="tx1"/>
                </a:solidFill>
              </a:rPr>
              <a:t>),    SUM(</a:t>
            </a:r>
            <a:r>
              <a:rPr lang="en-IN" dirty="0" err="1">
                <a:solidFill>
                  <a:schemeClr val="tx1"/>
                </a:solidFill>
              </a:rPr>
              <a:t>Average_Travel_Time_Min</a:t>
            </a:r>
            <a:r>
              <a:rPr lang="en-IN" dirty="0">
                <a:solidFill>
                  <a:schemeClr val="tx1"/>
                </a:solidFill>
              </a:rPr>
              <a:t>),    (SUM(</a:t>
            </a:r>
            <a:r>
              <a:rPr lang="en-IN" dirty="0" err="1">
                <a:solidFill>
                  <a:schemeClr val="tx1"/>
                </a:solidFill>
              </a:rPr>
              <a:t>Distance_KM</a:t>
            </a:r>
            <a:r>
              <a:rPr lang="en-IN" dirty="0">
                <a:solidFill>
                  <a:schemeClr val="tx1"/>
                </a:solidFill>
              </a:rPr>
              <a:t>) / SUM(</a:t>
            </a:r>
            <a:r>
              <a:rPr lang="en-IN" dirty="0" err="1">
                <a:solidFill>
                  <a:schemeClr val="tx1"/>
                </a:solidFill>
              </a:rPr>
              <a:t>Average_Travel_Time_Min</a:t>
            </a:r>
            <a:r>
              <a:rPr lang="en-IN" dirty="0">
                <a:solidFill>
                  <a:schemeClr val="tx1"/>
                </a:solidFill>
              </a:rPr>
              <a:t>)) AS </a:t>
            </a:r>
            <a:r>
              <a:rPr lang="en-IN" dirty="0" err="1">
                <a:solidFill>
                  <a:schemeClr val="tx1"/>
                </a:solidFill>
              </a:rPr>
              <a:t>Worst_RouteFROM</a:t>
            </a:r>
            <a:r>
              <a:rPr lang="en-IN" dirty="0">
                <a:solidFill>
                  <a:schemeClr val="tx1"/>
                </a:solidFill>
              </a:rPr>
              <a:t>    </a:t>
            </a:r>
            <a:r>
              <a:rPr lang="en-IN" dirty="0" err="1">
                <a:solidFill>
                  <a:schemeClr val="tx1"/>
                </a:solidFill>
              </a:rPr>
              <a:t>routesGROUP</a:t>
            </a:r>
            <a:r>
              <a:rPr lang="en-IN" dirty="0">
                <a:solidFill>
                  <a:schemeClr val="tx1"/>
                </a:solidFill>
              </a:rPr>
              <a:t> BY    </a:t>
            </a:r>
            <a:r>
              <a:rPr lang="en-IN" dirty="0" err="1">
                <a:solidFill>
                  <a:schemeClr val="tx1"/>
                </a:solidFill>
              </a:rPr>
              <a:t>Route_IDORDER</a:t>
            </a:r>
            <a:r>
              <a:rPr lang="en-IN" dirty="0">
                <a:solidFill>
                  <a:schemeClr val="tx1"/>
                </a:solidFill>
              </a:rPr>
              <a:t> BY    </a:t>
            </a:r>
            <a:r>
              <a:rPr lang="en-IN" dirty="0" err="1">
                <a:solidFill>
                  <a:schemeClr val="tx1"/>
                </a:solidFill>
              </a:rPr>
              <a:t>Worst_Route</a:t>
            </a:r>
            <a:r>
              <a:rPr lang="en-IN" dirty="0">
                <a:solidFill>
                  <a:schemeClr val="tx1"/>
                </a:solidFill>
              </a:rPr>
              <a:t> DESCLIMIT 3;</a:t>
            </a:r>
            <a:endParaRPr lang="en-IN" dirty="0">
              <a:solidFill>
                <a:schemeClr val="tx1"/>
              </a:solidFill>
              <a:highlight>
                <a:srgbClr val="00FF00"/>
              </a:highlight>
            </a:endParaRPr>
          </a:p>
        </p:txBody>
      </p:sp>
      <p:sp>
        <p:nvSpPr>
          <p:cNvPr id="26" name="Rectangle: Rounded Corners 25">
            <a:extLst>
              <a:ext uri="{FF2B5EF4-FFF2-40B4-BE49-F238E27FC236}">
                <a16:creationId xmlns:a16="http://schemas.microsoft.com/office/drawing/2014/main" id="{7DA63F13-F4CF-D051-B18F-44DA31B268CA}"/>
              </a:ext>
            </a:extLst>
          </p:cNvPr>
          <p:cNvSpPr/>
          <p:nvPr/>
        </p:nvSpPr>
        <p:spPr>
          <a:xfrm>
            <a:off x="501445" y="1609495"/>
            <a:ext cx="2890684" cy="2979174"/>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solidFill>
                  <a:schemeClr val="tx1"/>
                </a:solidFill>
              </a:rPr>
              <a:t>SELECT   </a:t>
            </a:r>
            <a:r>
              <a:rPr lang="en-US" dirty="0" err="1">
                <a:solidFill>
                  <a:schemeClr val="tx1"/>
                </a:solidFill>
              </a:rPr>
              <a:t>Route_ID</a:t>
            </a:r>
            <a:r>
              <a:rPr lang="en-US" dirty="0">
                <a:solidFill>
                  <a:schemeClr val="tx1"/>
                </a:solidFill>
              </a:rPr>
              <a:t>,  (</a:t>
            </a:r>
            <a:r>
              <a:rPr lang="en-US" dirty="0" err="1">
                <a:solidFill>
                  <a:schemeClr val="tx1"/>
                </a:solidFill>
              </a:rPr>
              <a:t>Average_Travel_Time_Min</a:t>
            </a:r>
            <a:r>
              <a:rPr lang="en-US" dirty="0">
                <a:solidFill>
                  <a:schemeClr val="tx1"/>
                </a:solidFill>
              </a:rPr>
              <a:t> + </a:t>
            </a:r>
            <a:r>
              <a:rPr lang="en-US" dirty="0" err="1">
                <a:solidFill>
                  <a:schemeClr val="tx1"/>
                </a:solidFill>
              </a:rPr>
              <a:t>Traffic_Delay_Min</a:t>
            </a:r>
            <a:r>
              <a:rPr lang="en-US" dirty="0">
                <a:solidFill>
                  <a:schemeClr val="tx1"/>
                </a:solidFill>
              </a:rPr>
              <a:t>) / 1440.0 AS </a:t>
            </a:r>
            <a:r>
              <a:rPr lang="en-US" dirty="0" err="1">
                <a:solidFill>
                  <a:schemeClr val="tx1"/>
                </a:solidFill>
              </a:rPr>
              <a:t>Average_Delivery_Time_DaysFROM</a:t>
            </a:r>
            <a:r>
              <a:rPr lang="en-US" dirty="0">
                <a:solidFill>
                  <a:schemeClr val="tx1"/>
                </a:solidFill>
              </a:rPr>
              <a:t> routes;</a:t>
            </a:r>
            <a:endParaRPr lang="en-IN" dirty="0">
              <a:solidFill>
                <a:schemeClr val="tx1"/>
              </a:solidFill>
              <a:highlight>
                <a:srgbClr val="00FF00"/>
              </a:highlight>
            </a:endParaRPr>
          </a:p>
        </p:txBody>
      </p:sp>
    </p:spTree>
    <p:extLst>
      <p:ext uri="{BB962C8B-B14F-4D97-AF65-F5344CB8AC3E}">
        <p14:creationId xmlns:p14="http://schemas.microsoft.com/office/powerpoint/2010/main" val="244778302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C347C-5B2F-EDB3-54B1-E4E2CD3231C3}"/>
              </a:ext>
            </a:extLst>
          </p:cNvPr>
          <p:cNvSpPr>
            <a:spLocks noGrp="1"/>
          </p:cNvSpPr>
          <p:nvPr>
            <p:ph type="title"/>
          </p:nvPr>
        </p:nvSpPr>
        <p:spPr>
          <a:xfrm>
            <a:off x="595817" y="-158796"/>
            <a:ext cx="16050055" cy="1661789"/>
          </a:xfrm>
        </p:spPr>
        <p:txBody>
          <a:bodyPr>
            <a:normAutofit/>
          </a:bodyPr>
          <a:lstStyle/>
          <a:p>
            <a:br>
              <a:rPr lang="en-IN" dirty="0"/>
            </a:br>
            <a:r>
              <a:rPr lang="en-IN" b="1" dirty="0"/>
              <a:t>Warehouse Performance </a:t>
            </a:r>
            <a:endParaRPr lang="en-IN" dirty="0"/>
          </a:p>
        </p:txBody>
      </p:sp>
      <p:sp>
        <p:nvSpPr>
          <p:cNvPr id="3" name="Content Placeholder 2">
            <a:extLst>
              <a:ext uri="{FF2B5EF4-FFF2-40B4-BE49-F238E27FC236}">
                <a16:creationId xmlns:a16="http://schemas.microsoft.com/office/drawing/2014/main" id="{85679D3C-C286-4C1B-FE07-4B35A7CA2270}"/>
              </a:ext>
            </a:extLst>
          </p:cNvPr>
          <p:cNvSpPr>
            <a:spLocks noGrp="1"/>
          </p:cNvSpPr>
          <p:nvPr>
            <p:ph idx="1"/>
          </p:nvPr>
        </p:nvSpPr>
        <p:spPr>
          <a:xfrm>
            <a:off x="748216" y="1502992"/>
            <a:ext cx="12281983" cy="8997367"/>
          </a:xfrm>
        </p:spPr>
        <p:txBody>
          <a:bodyPr>
            <a:normAutofit fontScale="62500" lnSpcReduction="20000"/>
          </a:bodyPr>
          <a:lstStyle/>
          <a:p>
            <a:pPr marL="0" indent="0">
              <a:buNone/>
            </a:pPr>
            <a:endParaRPr lang="en-US" dirty="0"/>
          </a:p>
          <a:p>
            <a:r>
              <a:rPr lang="en-US" dirty="0"/>
              <a:t>Find the top 3 warehouses with the highest average processing time.</a:t>
            </a:r>
          </a:p>
          <a:p>
            <a:pPr marL="0" indent="0">
              <a:buNone/>
            </a:pPr>
            <a:r>
              <a:rPr lang="en-US" cap="none" dirty="0"/>
              <a:t>Our  top  3 warehouses  with the highest average processing times are WH_10 in Chennai with 117 minutes, 	</a:t>
            </a:r>
          </a:p>
          <a:p>
            <a:pPr marL="0" indent="0">
              <a:buNone/>
            </a:pPr>
            <a:r>
              <a:rPr lang="en-US" cap="none" dirty="0"/>
              <a:t>WH _09  in Hyderabad with 110 minutes,  and WH_01 in  Lucknow  with 101 minutes. </a:t>
            </a:r>
          </a:p>
          <a:p>
            <a:r>
              <a:rPr lang="en-US" dirty="0"/>
              <a:t> Calculate total vs. delayed shipments for each warehouse.</a:t>
            </a:r>
          </a:p>
          <a:p>
            <a:pPr marL="0" indent="0">
              <a:buNone/>
            </a:pPr>
            <a:r>
              <a:rPr lang="en-US" cap="none" dirty="0"/>
              <a:t>Some warehouses are experiencing extremely high delay percentages, especially WH_10 and WH_03, </a:t>
            </a:r>
          </a:p>
          <a:p>
            <a:pPr marL="0" indent="0">
              <a:buNone/>
            </a:pPr>
            <a:r>
              <a:rPr lang="en-US" cap="none" dirty="0"/>
              <a:t>Which show significantly more  delayed shipments  than total shipments.  WH_09  and WH_01 are also</a:t>
            </a:r>
          </a:p>
          <a:p>
            <a:pPr marL="0" indent="0">
              <a:buNone/>
            </a:pPr>
            <a:r>
              <a:rPr lang="en-US" cap="none" dirty="0"/>
              <a:t> Struggling and may need immediate  attention to improve processing speed and route  planning. A few centers </a:t>
            </a:r>
          </a:p>
          <a:p>
            <a:pPr marL="0" indent="0">
              <a:buNone/>
            </a:pPr>
            <a:r>
              <a:rPr lang="en-US" cap="none" dirty="0"/>
              <a:t>Like WH_07 and WH_04 are performing slightly better, but still have room to improve. Prioritizing workflow </a:t>
            </a:r>
          </a:p>
          <a:p>
            <a:pPr marL="0" indent="0">
              <a:buNone/>
            </a:pPr>
            <a:r>
              <a:rPr lang="en-US" cap="none" dirty="0"/>
              <a:t>Fixes and addressing bottlenecks at the top  delaying warehouses  could greatly reduce overall delays.</a:t>
            </a:r>
          </a:p>
          <a:p>
            <a:r>
              <a:rPr lang="en-US" dirty="0"/>
              <a:t> Use CTEs to find bottleneck warehouses where processing time &gt; global average.</a:t>
            </a:r>
          </a:p>
          <a:p>
            <a:pPr marL="0" indent="0">
              <a:buNone/>
            </a:pPr>
            <a:r>
              <a:rPr lang="en-US" cap="none" dirty="0"/>
              <a:t>Most of our  warehouses  are  taking longer  than the  global average  processing time.</a:t>
            </a:r>
          </a:p>
          <a:p>
            <a:pPr marL="0" indent="0">
              <a:buNone/>
            </a:pPr>
            <a:r>
              <a:rPr lang="en-US" cap="none" dirty="0"/>
              <a:t> </a:t>
            </a:r>
            <a:r>
              <a:rPr lang="en-US" cap="none" dirty="0" err="1"/>
              <a:t>Wh</a:t>
            </a:r>
            <a:r>
              <a:rPr lang="en-US" cap="none" dirty="0"/>
              <a:t>_ 10 and </a:t>
            </a:r>
            <a:r>
              <a:rPr lang="en-US" cap="none" dirty="0" err="1"/>
              <a:t>wh</a:t>
            </a:r>
            <a:r>
              <a:rPr lang="en-US" cap="none" dirty="0"/>
              <a:t> _09 are  lagging  significantly  behind,  with processing  times 47% and 39% above average,  respectively.</a:t>
            </a:r>
          </a:p>
          <a:p>
            <a:r>
              <a:rPr lang="en-US" dirty="0"/>
              <a:t>Rank warehouses based on on-time delivery percentage.</a:t>
            </a:r>
          </a:p>
          <a:p>
            <a:pPr marL="0" indent="0">
              <a:buNone/>
            </a:pPr>
            <a:r>
              <a:rPr lang="en-US" cap="none" dirty="0"/>
              <a:t>The Hyderabad center is doing a great job — most of its orders are  delivered on time, showing solid efficiency.</a:t>
            </a:r>
          </a:p>
          <a:p>
            <a:pPr marL="0" indent="0">
              <a:buNone/>
            </a:pPr>
            <a:r>
              <a:rPr lang="en-US" cap="none" dirty="0"/>
              <a:t> Warehouses  like Kolkata  and Lucknow are performing decently too, but there’s still room to improve.</a:t>
            </a:r>
          </a:p>
          <a:p>
            <a:pPr marL="0" indent="0">
              <a:buNone/>
            </a:pPr>
            <a:r>
              <a:rPr lang="en-US" cap="none" dirty="0"/>
              <a:t> Mumbai  and  Chennai are falling  behind and  may need extra focus to boost their delivery speed.</a:t>
            </a:r>
          </a:p>
          <a:p>
            <a:pPr marL="0" indent="0">
              <a:buNone/>
            </a:pPr>
            <a:r>
              <a:rPr lang="en-US" cap="none" dirty="0"/>
              <a:t> The system works  well, but a  little fine-tuning at  the slower  centers could make a big difference.</a:t>
            </a:r>
            <a:endParaRPr lang="en-IN" cap="none" dirty="0"/>
          </a:p>
        </p:txBody>
      </p:sp>
      <p:graphicFrame>
        <p:nvGraphicFramePr>
          <p:cNvPr id="4" name="Chart 3">
            <a:extLst>
              <a:ext uri="{FF2B5EF4-FFF2-40B4-BE49-F238E27FC236}">
                <a16:creationId xmlns:a16="http://schemas.microsoft.com/office/drawing/2014/main" id="{6A60F5D1-23F0-A9C4-7C79-C69B4039A5F4}"/>
              </a:ext>
            </a:extLst>
          </p:cNvPr>
          <p:cNvGraphicFramePr>
            <a:graphicFrameLocks/>
          </p:cNvGraphicFramePr>
          <p:nvPr>
            <p:extLst>
              <p:ext uri="{D42A27DB-BD31-4B8C-83A1-F6EECF244321}">
                <p14:modId xmlns:p14="http://schemas.microsoft.com/office/powerpoint/2010/main" val="284068148"/>
              </p:ext>
            </p:extLst>
          </p:nvPr>
        </p:nvGraphicFramePr>
        <p:xfrm>
          <a:off x="14258523" y="1980552"/>
          <a:ext cx="3873399" cy="230063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656809A-97FC-BA9D-F844-15426D8B650B}"/>
              </a:ext>
            </a:extLst>
          </p:cNvPr>
          <p:cNvGraphicFramePr>
            <a:graphicFrameLocks/>
          </p:cNvGraphicFramePr>
          <p:nvPr>
            <p:extLst>
              <p:ext uri="{D42A27DB-BD31-4B8C-83A1-F6EECF244321}">
                <p14:modId xmlns:p14="http://schemas.microsoft.com/office/powerpoint/2010/main" val="1673930237"/>
              </p:ext>
            </p:extLst>
          </p:nvPr>
        </p:nvGraphicFramePr>
        <p:xfrm>
          <a:off x="14258523" y="4496981"/>
          <a:ext cx="3909975" cy="257129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29EDF811-6C5F-5EFF-65F6-0C65EA9079C3}"/>
              </a:ext>
            </a:extLst>
          </p:cNvPr>
          <p:cNvGraphicFramePr>
            <a:graphicFrameLocks/>
          </p:cNvGraphicFramePr>
          <p:nvPr>
            <p:extLst>
              <p:ext uri="{D42A27DB-BD31-4B8C-83A1-F6EECF244321}">
                <p14:modId xmlns:p14="http://schemas.microsoft.com/office/powerpoint/2010/main" val="682142679"/>
              </p:ext>
            </p:extLst>
          </p:nvPr>
        </p:nvGraphicFramePr>
        <p:xfrm>
          <a:off x="14397511" y="7284072"/>
          <a:ext cx="3595421" cy="21031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20625919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B46C6E1-A0D8-61F8-E265-22E0551E1E8B}"/>
              </a:ext>
            </a:extLst>
          </p:cNvPr>
          <p:cNvSpPr txBox="1"/>
          <p:nvPr/>
        </p:nvSpPr>
        <p:spPr>
          <a:xfrm>
            <a:off x="713232" y="574286"/>
            <a:ext cx="4919472" cy="646331"/>
          </a:xfrm>
          <a:prstGeom prst="rect">
            <a:avLst/>
          </a:prstGeom>
          <a:noFill/>
        </p:spPr>
        <p:txBody>
          <a:bodyPr wrap="square">
            <a:spAutoFit/>
          </a:bodyPr>
          <a:lstStyle/>
          <a:p>
            <a:r>
              <a:rPr lang="en-US" dirty="0"/>
              <a:t>Find the top 3 warehouses with the highest average processing time.</a:t>
            </a:r>
          </a:p>
        </p:txBody>
      </p:sp>
      <p:pic>
        <p:nvPicPr>
          <p:cNvPr id="11" name="Picture 10">
            <a:extLst>
              <a:ext uri="{FF2B5EF4-FFF2-40B4-BE49-F238E27FC236}">
                <a16:creationId xmlns:a16="http://schemas.microsoft.com/office/drawing/2014/main" id="{D4541E34-1FB8-0131-AC28-10D161C12D72}"/>
              </a:ext>
            </a:extLst>
          </p:cNvPr>
          <p:cNvPicPr>
            <a:picLocks noChangeAspect="1"/>
          </p:cNvPicPr>
          <p:nvPr/>
        </p:nvPicPr>
        <p:blipFill>
          <a:blip r:embed="rId2"/>
          <a:stretch>
            <a:fillRect/>
          </a:stretch>
        </p:blipFill>
        <p:spPr>
          <a:xfrm>
            <a:off x="493776" y="1631597"/>
            <a:ext cx="7955280" cy="2080867"/>
          </a:xfrm>
          <a:prstGeom prst="rect">
            <a:avLst/>
          </a:prstGeom>
        </p:spPr>
      </p:pic>
      <p:sp>
        <p:nvSpPr>
          <p:cNvPr id="13" name="TextBox 12">
            <a:extLst>
              <a:ext uri="{FF2B5EF4-FFF2-40B4-BE49-F238E27FC236}">
                <a16:creationId xmlns:a16="http://schemas.microsoft.com/office/drawing/2014/main" id="{F438ADA1-FF4F-4437-D7DA-94EF4C4FE1E1}"/>
              </a:ext>
            </a:extLst>
          </p:cNvPr>
          <p:cNvSpPr txBox="1"/>
          <p:nvPr/>
        </p:nvSpPr>
        <p:spPr>
          <a:xfrm>
            <a:off x="10991088" y="574286"/>
            <a:ext cx="5047488" cy="646330"/>
          </a:xfrm>
          <a:prstGeom prst="rect">
            <a:avLst/>
          </a:prstGeom>
          <a:noFill/>
        </p:spPr>
        <p:txBody>
          <a:bodyPr wrap="square">
            <a:spAutoFit/>
          </a:bodyPr>
          <a:lstStyle/>
          <a:p>
            <a:r>
              <a:rPr lang="en-US" dirty="0"/>
              <a:t>Calculate total vs. delayed shipments for each warehouse.</a:t>
            </a:r>
          </a:p>
        </p:txBody>
      </p:sp>
      <p:sp>
        <p:nvSpPr>
          <p:cNvPr id="15" name="TextBox 14">
            <a:extLst>
              <a:ext uri="{FF2B5EF4-FFF2-40B4-BE49-F238E27FC236}">
                <a16:creationId xmlns:a16="http://schemas.microsoft.com/office/drawing/2014/main" id="{E9A9AD85-EC9A-2013-A6BF-5DD8836D0FA4}"/>
              </a:ext>
            </a:extLst>
          </p:cNvPr>
          <p:cNvSpPr txBox="1"/>
          <p:nvPr/>
        </p:nvSpPr>
        <p:spPr>
          <a:xfrm>
            <a:off x="493776" y="4524493"/>
            <a:ext cx="5669280" cy="646331"/>
          </a:xfrm>
          <a:prstGeom prst="rect">
            <a:avLst/>
          </a:prstGeom>
          <a:noFill/>
        </p:spPr>
        <p:txBody>
          <a:bodyPr wrap="square">
            <a:spAutoFit/>
          </a:bodyPr>
          <a:lstStyle/>
          <a:p>
            <a:r>
              <a:rPr lang="en-US" dirty="0"/>
              <a:t>Use CTEs to find bottleneck warehouses where processing time &gt; global average.</a:t>
            </a:r>
          </a:p>
        </p:txBody>
      </p:sp>
      <p:pic>
        <p:nvPicPr>
          <p:cNvPr id="17" name="Picture 16">
            <a:extLst>
              <a:ext uri="{FF2B5EF4-FFF2-40B4-BE49-F238E27FC236}">
                <a16:creationId xmlns:a16="http://schemas.microsoft.com/office/drawing/2014/main" id="{01059E8A-3546-78E5-50F6-221B64DFCE16}"/>
              </a:ext>
            </a:extLst>
          </p:cNvPr>
          <p:cNvPicPr>
            <a:picLocks noChangeAspect="1"/>
          </p:cNvPicPr>
          <p:nvPr/>
        </p:nvPicPr>
        <p:blipFill>
          <a:blip r:embed="rId3"/>
          <a:stretch>
            <a:fillRect/>
          </a:stretch>
        </p:blipFill>
        <p:spPr>
          <a:xfrm>
            <a:off x="493775" y="5481447"/>
            <a:ext cx="5739373" cy="2601849"/>
          </a:xfrm>
          <a:prstGeom prst="rect">
            <a:avLst/>
          </a:prstGeom>
        </p:spPr>
      </p:pic>
      <p:sp>
        <p:nvSpPr>
          <p:cNvPr id="19" name="TextBox 18">
            <a:extLst>
              <a:ext uri="{FF2B5EF4-FFF2-40B4-BE49-F238E27FC236}">
                <a16:creationId xmlns:a16="http://schemas.microsoft.com/office/drawing/2014/main" id="{CF88F41F-10F1-B78D-A68D-210B40E917D8}"/>
              </a:ext>
            </a:extLst>
          </p:cNvPr>
          <p:cNvSpPr txBox="1"/>
          <p:nvPr/>
        </p:nvSpPr>
        <p:spPr>
          <a:xfrm>
            <a:off x="9440069" y="4524492"/>
            <a:ext cx="5047488" cy="646331"/>
          </a:xfrm>
          <a:prstGeom prst="rect">
            <a:avLst/>
          </a:prstGeom>
          <a:noFill/>
        </p:spPr>
        <p:txBody>
          <a:bodyPr wrap="square">
            <a:spAutoFit/>
          </a:bodyPr>
          <a:lstStyle/>
          <a:p>
            <a:r>
              <a:rPr lang="en-US" dirty="0"/>
              <a:t>Rank warehouses based on on-time delivery percentage.</a:t>
            </a:r>
          </a:p>
        </p:txBody>
      </p:sp>
      <p:pic>
        <p:nvPicPr>
          <p:cNvPr id="23" name="Picture 22">
            <a:extLst>
              <a:ext uri="{FF2B5EF4-FFF2-40B4-BE49-F238E27FC236}">
                <a16:creationId xmlns:a16="http://schemas.microsoft.com/office/drawing/2014/main" id="{0A0EC782-670D-CB60-01A3-5092CFBF6718}"/>
              </a:ext>
            </a:extLst>
          </p:cNvPr>
          <p:cNvPicPr>
            <a:picLocks noChangeAspect="1"/>
          </p:cNvPicPr>
          <p:nvPr/>
        </p:nvPicPr>
        <p:blipFill>
          <a:blip r:embed="rId4"/>
          <a:stretch>
            <a:fillRect/>
          </a:stretch>
        </p:blipFill>
        <p:spPr>
          <a:xfrm>
            <a:off x="9440070" y="5449552"/>
            <a:ext cx="8946294" cy="4151648"/>
          </a:xfrm>
          <a:prstGeom prst="rect">
            <a:avLst/>
          </a:prstGeom>
        </p:spPr>
      </p:pic>
      <p:pic>
        <p:nvPicPr>
          <p:cNvPr id="3" name="Picture 2">
            <a:extLst>
              <a:ext uri="{FF2B5EF4-FFF2-40B4-BE49-F238E27FC236}">
                <a16:creationId xmlns:a16="http://schemas.microsoft.com/office/drawing/2014/main" id="{1A552E0B-FAC6-518D-22D8-149CA3D79F1B}"/>
              </a:ext>
            </a:extLst>
          </p:cNvPr>
          <p:cNvPicPr>
            <a:picLocks noChangeAspect="1"/>
          </p:cNvPicPr>
          <p:nvPr/>
        </p:nvPicPr>
        <p:blipFill>
          <a:blip r:embed="rId5"/>
          <a:stretch>
            <a:fillRect/>
          </a:stretch>
        </p:blipFill>
        <p:spPr>
          <a:xfrm>
            <a:off x="10991088" y="1247843"/>
            <a:ext cx="6291072" cy="3114461"/>
          </a:xfrm>
          <a:prstGeom prst="rect">
            <a:avLst/>
          </a:prstGeom>
        </p:spPr>
      </p:pic>
    </p:spTree>
    <p:extLst>
      <p:ext uri="{BB962C8B-B14F-4D97-AF65-F5344CB8AC3E}">
        <p14:creationId xmlns:p14="http://schemas.microsoft.com/office/powerpoint/2010/main" val="220990837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E8A870-4F4B-DD67-5D02-F2E32DC24AA6}"/>
              </a:ext>
            </a:extLst>
          </p:cNvPr>
          <p:cNvSpPr txBox="1"/>
          <p:nvPr/>
        </p:nvSpPr>
        <p:spPr>
          <a:xfrm>
            <a:off x="466344" y="285157"/>
            <a:ext cx="4919472" cy="646331"/>
          </a:xfrm>
          <a:prstGeom prst="rect">
            <a:avLst/>
          </a:prstGeom>
          <a:noFill/>
        </p:spPr>
        <p:txBody>
          <a:bodyPr wrap="square">
            <a:spAutoFit/>
          </a:bodyPr>
          <a:lstStyle/>
          <a:p>
            <a:r>
              <a:rPr lang="en-US" dirty="0"/>
              <a:t>Find the top 3 warehouses with the highest average processing time.</a:t>
            </a:r>
          </a:p>
        </p:txBody>
      </p:sp>
      <p:sp>
        <p:nvSpPr>
          <p:cNvPr id="5" name="TextBox 4">
            <a:extLst>
              <a:ext uri="{FF2B5EF4-FFF2-40B4-BE49-F238E27FC236}">
                <a16:creationId xmlns:a16="http://schemas.microsoft.com/office/drawing/2014/main" id="{2D5FBAD3-0CCC-4C6A-B5C1-91D2EAB5DE8C}"/>
              </a:ext>
            </a:extLst>
          </p:cNvPr>
          <p:cNvSpPr txBox="1"/>
          <p:nvPr/>
        </p:nvSpPr>
        <p:spPr>
          <a:xfrm>
            <a:off x="12570780" y="581646"/>
            <a:ext cx="5047488" cy="646330"/>
          </a:xfrm>
          <a:prstGeom prst="rect">
            <a:avLst/>
          </a:prstGeom>
          <a:noFill/>
        </p:spPr>
        <p:txBody>
          <a:bodyPr wrap="square">
            <a:spAutoFit/>
          </a:bodyPr>
          <a:lstStyle/>
          <a:p>
            <a:r>
              <a:rPr lang="en-US" dirty="0"/>
              <a:t>Calculate total vs. delayed shipments for each warehouse.</a:t>
            </a:r>
          </a:p>
        </p:txBody>
      </p:sp>
      <p:sp>
        <p:nvSpPr>
          <p:cNvPr id="6" name="TextBox 5">
            <a:extLst>
              <a:ext uri="{FF2B5EF4-FFF2-40B4-BE49-F238E27FC236}">
                <a16:creationId xmlns:a16="http://schemas.microsoft.com/office/drawing/2014/main" id="{F26D0D5B-1300-5438-FAD3-CEC8E1262FAF}"/>
              </a:ext>
            </a:extLst>
          </p:cNvPr>
          <p:cNvSpPr txBox="1"/>
          <p:nvPr/>
        </p:nvSpPr>
        <p:spPr>
          <a:xfrm>
            <a:off x="466344" y="5768077"/>
            <a:ext cx="5669280" cy="646331"/>
          </a:xfrm>
          <a:prstGeom prst="rect">
            <a:avLst/>
          </a:prstGeom>
          <a:noFill/>
        </p:spPr>
        <p:txBody>
          <a:bodyPr wrap="square">
            <a:spAutoFit/>
          </a:bodyPr>
          <a:lstStyle/>
          <a:p>
            <a:r>
              <a:rPr lang="en-US" dirty="0"/>
              <a:t>Use CTEs to find bottleneck warehouses where processing time &gt; global average.</a:t>
            </a:r>
          </a:p>
        </p:txBody>
      </p:sp>
      <p:sp>
        <p:nvSpPr>
          <p:cNvPr id="7" name="TextBox 6">
            <a:extLst>
              <a:ext uri="{FF2B5EF4-FFF2-40B4-BE49-F238E27FC236}">
                <a16:creationId xmlns:a16="http://schemas.microsoft.com/office/drawing/2014/main" id="{88709BB1-36BF-8889-966D-922F5D8D835C}"/>
              </a:ext>
            </a:extLst>
          </p:cNvPr>
          <p:cNvSpPr txBox="1"/>
          <p:nvPr/>
        </p:nvSpPr>
        <p:spPr>
          <a:xfrm>
            <a:off x="12198096" y="5444911"/>
            <a:ext cx="5047488" cy="646331"/>
          </a:xfrm>
          <a:prstGeom prst="rect">
            <a:avLst/>
          </a:prstGeom>
          <a:noFill/>
        </p:spPr>
        <p:txBody>
          <a:bodyPr wrap="square">
            <a:spAutoFit/>
          </a:bodyPr>
          <a:lstStyle/>
          <a:p>
            <a:r>
              <a:rPr lang="en-US" dirty="0"/>
              <a:t>Rank warehouses based on on-time delivery percentage.</a:t>
            </a:r>
          </a:p>
        </p:txBody>
      </p:sp>
      <p:sp>
        <p:nvSpPr>
          <p:cNvPr id="8" name="Rectangle: Rounded Corners 7">
            <a:extLst>
              <a:ext uri="{FF2B5EF4-FFF2-40B4-BE49-F238E27FC236}">
                <a16:creationId xmlns:a16="http://schemas.microsoft.com/office/drawing/2014/main" id="{6313E2CF-6EFE-4213-48C6-7BF9FE1B446C}"/>
              </a:ext>
            </a:extLst>
          </p:cNvPr>
          <p:cNvSpPr/>
          <p:nvPr/>
        </p:nvSpPr>
        <p:spPr>
          <a:xfrm>
            <a:off x="11100816" y="6181343"/>
            <a:ext cx="7498080" cy="4439031"/>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normAutofit fontScale="85000" lnSpcReduction="10000"/>
          </a:bodyPr>
          <a:lstStyle/>
          <a:p>
            <a:pPr algn="ctr"/>
            <a:r>
              <a:rPr lang="en-US" dirty="0">
                <a:solidFill>
                  <a:schemeClr val="tx1"/>
                </a:solidFill>
              </a:rPr>
              <a:t>WITH </a:t>
            </a:r>
            <a:r>
              <a:rPr lang="en-US" dirty="0" err="1">
                <a:solidFill>
                  <a:schemeClr val="tx1"/>
                </a:solidFill>
              </a:rPr>
              <a:t>Warehouse_Delivery_Stats</a:t>
            </a:r>
            <a:r>
              <a:rPr lang="en-US" dirty="0">
                <a:solidFill>
                  <a:schemeClr val="tx1"/>
                </a:solidFill>
              </a:rPr>
              <a:t> AS (    SELECT         </a:t>
            </a:r>
            <a:r>
              <a:rPr lang="en-US" dirty="0" err="1">
                <a:solidFill>
                  <a:schemeClr val="tx1"/>
                </a:solidFill>
              </a:rPr>
              <a:t>w.Warehouse_ID</a:t>
            </a:r>
            <a:r>
              <a:rPr lang="en-US" dirty="0">
                <a:solidFill>
                  <a:schemeClr val="tx1"/>
                </a:solidFill>
              </a:rPr>
              <a:t>,        </a:t>
            </a:r>
            <a:r>
              <a:rPr lang="en-US" dirty="0" err="1">
                <a:solidFill>
                  <a:schemeClr val="tx1"/>
                </a:solidFill>
              </a:rPr>
              <a:t>w.Warehouse_Name</a:t>
            </a:r>
            <a:r>
              <a:rPr lang="en-US" dirty="0">
                <a:solidFill>
                  <a:schemeClr val="tx1"/>
                </a:solidFill>
              </a:rPr>
              <a:t>,        </a:t>
            </a:r>
            <a:r>
              <a:rPr lang="en-US" dirty="0" err="1">
                <a:solidFill>
                  <a:schemeClr val="tx1"/>
                </a:solidFill>
              </a:rPr>
              <a:t>w.City</a:t>
            </a:r>
            <a:r>
              <a:rPr lang="en-US" dirty="0">
                <a:solidFill>
                  <a:schemeClr val="tx1"/>
                </a:solidFill>
              </a:rPr>
              <a:t>,        </a:t>
            </a:r>
            <a:r>
              <a:rPr lang="en-US" dirty="0" err="1">
                <a:solidFill>
                  <a:schemeClr val="tx1"/>
                </a:solidFill>
              </a:rPr>
              <a:t>w.Processing_Capacity</a:t>
            </a:r>
            <a:r>
              <a:rPr lang="en-US" dirty="0">
                <a:solidFill>
                  <a:schemeClr val="tx1"/>
                </a:solidFill>
              </a:rPr>
              <a:t>,        </a:t>
            </a:r>
            <a:r>
              <a:rPr lang="en-US" dirty="0" err="1">
                <a:solidFill>
                  <a:schemeClr val="tx1"/>
                </a:solidFill>
              </a:rPr>
              <a:t>w.Average_Processing_Time_Min</a:t>
            </a:r>
            <a:r>
              <a:rPr lang="en-US" dirty="0">
                <a:solidFill>
                  <a:schemeClr val="tx1"/>
                </a:solidFill>
              </a:rPr>
              <a:t>,        COUNT(</a:t>
            </a:r>
            <a:r>
              <a:rPr lang="en-US" dirty="0" err="1">
                <a:solidFill>
                  <a:schemeClr val="tx1"/>
                </a:solidFill>
              </a:rPr>
              <a:t>o.Order_ID</a:t>
            </a:r>
            <a:r>
              <a:rPr lang="en-US" dirty="0">
                <a:solidFill>
                  <a:schemeClr val="tx1"/>
                </a:solidFill>
              </a:rPr>
              <a:t>) AS </a:t>
            </a:r>
            <a:r>
              <a:rPr lang="en-US" dirty="0" err="1">
                <a:solidFill>
                  <a:schemeClr val="tx1"/>
                </a:solidFill>
              </a:rPr>
              <a:t>Total_Orders</a:t>
            </a:r>
            <a:r>
              <a:rPr lang="en-US" dirty="0">
                <a:solidFill>
                  <a:schemeClr val="tx1"/>
                </a:solidFill>
              </a:rPr>
              <a:t>,        SUM(CASE             WHEN </a:t>
            </a:r>
            <a:r>
              <a:rPr lang="en-US" dirty="0" err="1">
                <a:solidFill>
                  <a:schemeClr val="tx1"/>
                </a:solidFill>
              </a:rPr>
              <a:t>o.Actual_Delivery_Date</a:t>
            </a:r>
            <a:r>
              <a:rPr lang="en-US" dirty="0">
                <a:solidFill>
                  <a:schemeClr val="tx1"/>
                </a:solidFill>
              </a:rPr>
              <a:t> &lt;= </a:t>
            </a:r>
            <a:r>
              <a:rPr lang="en-US" dirty="0" err="1">
                <a:solidFill>
                  <a:schemeClr val="tx1"/>
                </a:solidFill>
              </a:rPr>
              <a:t>o.Expected_Delivery_Date</a:t>
            </a:r>
            <a:r>
              <a:rPr lang="en-US" dirty="0">
                <a:solidFill>
                  <a:schemeClr val="tx1"/>
                </a:solidFill>
              </a:rPr>
              <a:t> THEN 1             ELSE 0         END) AS </a:t>
            </a:r>
            <a:r>
              <a:rPr lang="en-US" dirty="0" err="1">
                <a:solidFill>
                  <a:schemeClr val="tx1"/>
                </a:solidFill>
              </a:rPr>
              <a:t>On_Time_Deliveries</a:t>
            </a:r>
            <a:r>
              <a:rPr lang="en-US" dirty="0">
                <a:solidFill>
                  <a:schemeClr val="tx1"/>
                </a:solidFill>
              </a:rPr>
              <a:t>,        SUM(CASE             WHEN </a:t>
            </a:r>
            <a:r>
              <a:rPr lang="en-US" dirty="0" err="1">
                <a:solidFill>
                  <a:schemeClr val="tx1"/>
                </a:solidFill>
              </a:rPr>
              <a:t>o.Actual_Delivery_Date</a:t>
            </a:r>
            <a:r>
              <a:rPr lang="en-US" dirty="0">
                <a:solidFill>
                  <a:schemeClr val="tx1"/>
                </a:solidFill>
              </a:rPr>
              <a:t> &gt; </a:t>
            </a:r>
            <a:r>
              <a:rPr lang="en-US" dirty="0" err="1">
                <a:solidFill>
                  <a:schemeClr val="tx1"/>
                </a:solidFill>
              </a:rPr>
              <a:t>o.Expected_Delivery_Date</a:t>
            </a:r>
            <a:r>
              <a:rPr lang="en-US" dirty="0">
                <a:solidFill>
                  <a:schemeClr val="tx1"/>
                </a:solidFill>
              </a:rPr>
              <a:t> THEN 1             ELSE 0         END) AS </a:t>
            </a:r>
            <a:r>
              <a:rPr lang="en-US" dirty="0" err="1">
                <a:solidFill>
                  <a:schemeClr val="tx1"/>
                </a:solidFill>
              </a:rPr>
              <a:t>delayed_Deliveries</a:t>
            </a:r>
            <a:r>
              <a:rPr lang="en-US" dirty="0">
                <a:solidFill>
                  <a:schemeClr val="tx1"/>
                </a:solidFill>
              </a:rPr>
              <a:t>,        SUM(CASE             WHEN </a:t>
            </a:r>
            <a:r>
              <a:rPr lang="en-US" dirty="0" err="1">
                <a:solidFill>
                  <a:schemeClr val="tx1"/>
                </a:solidFill>
              </a:rPr>
              <a:t>o.Actual_Delivery_Date</a:t>
            </a:r>
            <a:r>
              <a:rPr lang="en-US" dirty="0">
                <a:solidFill>
                  <a:schemeClr val="tx1"/>
                </a:solidFill>
              </a:rPr>
              <a:t> IS NULL THEN 1             ELSE 0         END) AS </a:t>
            </a:r>
            <a:r>
              <a:rPr lang="en-US" dirty="0" err="1">
                <a:solidFill>
                  <a:schemeClr val="tx1"/>
                </a:solidFill>
              </a:rPr>
              <a:t>Pending_Deliveries</a:t>
            </a:r>
            <a:r>
              <a:rPr lang="en-US" dirty="0">
                <a:solidFill>
                  <a:schemeClr val="tx1"/>
                </a:solidFill>
              </a:rPr>
              <a:t>,        ROUND(100.0 * SUM(CASE             WHEN </a:t>
            </a:r>
            <a:r>
              <a:rPr lang="en-US" dirty="0" err="1">
                <a:solidFill>
                  <a:schemeClr val="tx1"/>
                </a:solidFill>
              </a:rPr>
              <a:t>o.Actual_Delivery_Date</a:t>
            </a:r>
            <a:r>
              <a:rPr lang="en-US" dirty="0">
                <a:solidFill>
                  <a:schemeClr val="tx1"/>
                </a:solidFill>
              </a:rPr>
              <a:t> &lt;= </a:t>
            </a:r>
            <a:r>
              <a:rPr lang="en-US" dirty="0" err="1">
                <a:solidFill>
                  <a:schemeClr val="tx1"/>
                </a:solidFill>
              </a:rPr>
              <a:t>o.Expected_Delivery_Date</a:t>
            </a:r>
            <a:r>
              <a:rPr lang="en-US" dirty="0">
                <a:solidFill>
                  <a:schemeClr val="tx1"/>
                </a:solidFill>
              </a:rPr>
              <a:t> THEN 1             ELSE 0         END) / COUNT(</a:t>
            </a:r>
            <a:r>
              <a:rPr lang="en-US" dirty="0" err="1">
                <a:solidFill>
                  <a:schemeClr val="tx1"/>
                </a:solidFill>
              </a:rPr>
              <a:t>o.Order_ID</a:t>
            </a:r>
            <a:r>
              <a:rPr lang="en-US" dirty="0">
                <a:solidFill>
                  <a:schemeClr val="tx1"/>
                </a:solidFill>
              </a:rPr>
              <a:t>), 2) AS </a:t>
            </a:r>
            <a:r>
              <a:rPr lang="en-US" dirty="0" err="1">
                <a:solidFill>
                  <a:schemeClr val="tx1"/>
                </a:solidFill>
              </a:rPr>
              <a:t>On_Time_Delivery_Percentage</a:t>
            </a:r>
            <a:r>
              <a:rPr lang="en-US" dirty="0">
                <a:solidFill>
                  <a:schemeClr val="tx1"/>
                </a:solidFill>
              </a:rPr>
              <a:t>    FROM warehouses w    LEFT JOIN orders o ON </a:t>
            </a:r>
            <a:r>
              <a:rPr lang="en-US" dirty="0" err="1">
                <a:solidFill>
                  <a:schemeClr val="tx1"/>
                </a:solidFill>
              </a:rPr>
              <a:t>w.Warehouse_ID</a:t>
            </a:r>
            <a:r>
              <a:rPr lang="en-US" dirty="0">
                <a:solidFill>
                  <a:schemeClr val="tx1"/>
                </a:solidFill>
              </a:rPr>
              <a:t> = </a:t>
            </a:r>
            <a:r>
              <a:rPr lang="en-US" dirty="0" err="1">
                <a:solidFill>
                  <a:schemeClr val="tx1"/>
                </a:solidFill>
              </a:rPr>
              <a:t>o.Warehouse_ID</a:t>
            </a:r>
            <a:r>
              <a:rPr lang="en-US" dirty="0">
                <a:solidFill>
                  <a:schemeClr val="tx1"/>
                </a:solidFill>
              </a:rPr>
              <a:t>    GROUP BY </a:t>
            </a:r>
            <a:r>
              <a:rPr lang="en-US" dirty="0" err="1">
                <a:solidFill>
                  <a:schemeClr val="tx1"/>
                </a:solidFill>
              </a:rPr>
              <a:t>w.Warehouse_ID</a:t>
            </a:r>
            <a:r>
              <a:rPr lang="en-US" dirty="0">
                <a:solidFill>
                  <a:schemeClr val="tx1"/>
                </a:solidFill>
              </a:rPr>
              <a:t>, </a:t>
            </a:r>
            <a:r>
              <a:rPr lang="en-US" dirty="0" err="1">
                <a:solidFill>
                  <a:schemeClr val="tx1"/>
                </a:solidFill>
              </a:rPr>
              <a:t>w.Warehouse_Name</a:t>
            </a:r>
            <a:r>
              <a:rPr lang="en-US" dirty="0">
                <a:solidFill>
                  <a:schemeClr val="tx1"/>
                </a:solidFill>
              </a:rPr>
              <a:t>, </a:t>
            </a:r>
            <a:r>
              <a:rPr lang="en-US" dirty="0" err="1">
                <a:solidFill>
                  <a:schemeClr val="tx1"/>
                </a:solidFill>
              </a:rPr>
              <a:t>w.City</a:t>
            </a:r>
            <a:r>
              <a:rPr lang="en-US" dirty="0">
                <a:solidFill>
                  <a:schemeClr val="tx1"/>
                </a:solidFill>
              </a:rPr>
              <a:t>, </a:t>
            </a:r>
            <a:r>
              <a:rPr lang="en-US" dirty="0" err="1">
                <a:solidFill>
                  <a:schemeClr val="tx1"/>
                </a:solidFill>
              </a:rPr>
              <a:t>w.Processing_Capacity</a:t>
            </a:r>
            <a:r>
              <a:rPr lang="en-US" dirty="0">
                <a:solidFill>
                  <a:schemeClr val="tx1"/>
                </a:solidFill>
              </a:rPr>
              <a:t>, </a:t>
            </a:r>
            <a:r>
              <a:rPr lang="en-US" dirty="0" err="1">
                <a:solidFill>
                  <a:schemeClr val="tx1"/>
                </a:solidFill>
              </a:rPr>
              <a:t>w.Average_Processing_Time_Min</a:t>
            </a:r>
            <a:r>
              <a:rPr lang="en-US" dirty="0">
                <a:solidFill>
                  <a:schemeClr val="tx1"/>
                </a:solidFill>
              </a:rPr>
              <a:t>)SELECT     RANK() OVER (ORDER BY </a:t>
            </a:r>
            <a:r>
              <a:rPr lang="en-US" dirty="0" err="1">
                <a:solidFill>
                  <a:schemeClr val="tx1"/>
                </a:solidFill>
              </a:rPr>
              <a:t>On_Time_Delivery_Percentage</a:t>
            </a:r>
            <a:r>
              <a:rPr lang="en-US" dirty="0">
                <a:solidFill>
                  <a:schemeClr val="tx1"/>
                </a:solidFill>
              </a:rPr>
              <a:t> DESC, </a:t>
            </a:r>
            <a:r>
              <a:rPr lang="en-US" dirty="0" err="1">
                <a:solidFill>
                  <a:schemeClr val="tx1"/>
                </a:solidFill>
              </a:rPr>
              <a:t>total_orders</a:t>
            </a:r>
            <a:r>
              <a:rPr lang="en-US" dirty="0">
                <a:solidFill>
                  <a:schemeClr val="tx1"/>
                </a:solidFill>
              </a:rPr>
              <a:t> DESC) AS </a:t>
            </a:r>
            <a:r>
              <a:rPr lang="en-US" dirty="0" err="1">
                <a:solidFill>
                  <a:schemeClr val="tx1"/>
                </a:solidFill>
              </a:rPr>
              <a:t>warehouse_rank</a:t>
            </a:r>
            <a:r>
              <a:rPr lang="en-US" dirty="0">
                <a:solidFill>
                  <a:schemeClr val="tx1"/>
                </a:solidFill>
              </a:rPr>
              <a:t>,    </a:t>
            </a:r>
            <a:r>
              <a:rPr lang="en-US" dirty="0" err="1">
                <a:solidFill>
                  <a:schemeClr val="tx1"/>
                </a:solidFill>
              </a:rPr>
              <a:t>Warehouse_ID</a:t>
            </a:r>
            <a:r>
              <a:rPr lang="en-US" dirty="0">
                <a:solidFill>
                  <a:schemeClr val="tx1"/>
                </a:solidFill>
              </a:rPr>
              <a:t>,    </a:t>
            </a:r>
            <a:r>
              <a:rPr lang="en-US" dirty="0" err="1">
                <a:solidFill>
                  <a:schemeClr val="tx1"/>
                </a:solidFill>
              </a:rPr>
              <a:t>Warehouse_Name</a:t>
            </a:r>
            <a:r>
              <a:rPr lang="en-US" dirty="0">
                <a:solidFill>
                  <a:schemeClr val="tx1"/>
                </a:solidFill>
              </a:rPr>
              <a:t>,    </a:t>
            </a:r>
            <a:r>
              <a:rPr lang="en-US" dirty="0" err="1">
                <a:solidFill>
                  <a:schemeClr val="tx1"/>
                </a:solidFill>
              </a:rPr>
              <a:t>Processing_Capacity</a:t>
            </a:r>
            <a:r>
              <a:rPr lang="en-US" dirty="0">
                <a:solidFill>
                  <a:schemeClr val="tx1"/>
                </a:solidFill>
              </a:rPr>
              <a:t>,    </a:t>
            </a:r>
            <a:r>
              <a:rPr lang="en-US" dirty="0" err="1">
                <a:solidFill>
                  <a:schemeClr val="tx1"/>
                </a:solidFill>
              </a:rPr>
              <a:t>Average_Processing_Time_Min</a:t>
            </a:r>
            <a:r>
              <a:rPr lang="en-US" dirty="0">
                <a:solidFill>
                  <a:schemeClr val="tx1"/>
                </a:solidFill>
              </a:rPr>
              <a:t>,    </a:t>
            </a:r>
            <a:r>
              <a:rPr lang="en-US" dirty="0" err="1">
                <a:solidFill>
                  <a:schemeClr val="tx1"/>
                </a:solidFill>
              </a:rPr>
              <a:t>On_Time_delivery_PercentageFROM</a:t>
            </a:r>
            <a:r>
              <a:rPr lang="en-US" dirty="0">
                <a:solidFill>
                  <a:schemeClr val="tx1"/>
                </a:solidFill>
              </a:rPr>
              <a:t> </a:t>
            </a:r>
            <a:r>
              <a:rPr lang="en-US" dirty="0" err="1">
                <a:solidFill>
                  <a:schemeClr val="tx1"/>
                </a:solidFill>
              </a:rPr>
              <a:t>Warehouse_Delivery_StatsWHERE</a:t>
            </a:r>
            <a:r>
              <a:rPr lang="en-US" dirty="0">
                <a:solidFill>
                  <a:schemeClr val="tx1"/>
                </a:solidFill>
              </a:rPr>
              <a:t> </a:t>
            </a:r>
            <a:r>
              <a:rPr lang="en-US" dirty="0" err="1">
                <a:solidFill>
                  <a:schemeClr val="tx1"/>
                </a:solidFill>
              </a:rPr>
              <a:t>Total_Orders</a:t>
            </a:r>
            <a:r>
              <a:rPr lang="en-US" dirty="0">
                <a:solidFill>
                  <a:schemeClr val="tx1"/>
                </a:solidFill>
              </a:rPr>
              <a:t> &gt; 0  -- Only include warehouses with </a:t>
            </a:r>
            <a:r>
              <a:rPr lang="en-US" dirty="0" err="1">
                <a:solidFill>
                  <a:schemeClr val="tx1"/>
                </a:solidFill>
              </a:rPr>
              <a:t>ordersORDER</a:t>
            </a:r>
            <a:r>
              <a:rPr lang="en-US" dirty="0">
                <a:solidFill>
                  <a:schemeClr val="tx1"/>
                </a:solidFill>
              </a:rPr>
              <a:t> BY </a:t>
            </a:r>
            <a:r>
              <a:rPr lang="en-US" dirty="0" err="1">
                <a:solidFill>
                  <a:schemeClr val="tx1"/>
                </a:solidFill>
              </a:rPr>
              <a:t>Warehouse_Rank</a:t>
            </a:r>
            <a:r>
              <a:rPr lang="en-US" dirty="0">
                <a:solidFill>
                  <a:schemeClr val="tx1"/>
                </a:solidFill>
              </a:rPr>
              <a:t>;</a:t>
            </a:r>
            <a:endParaRPr lang="en-IN" dirty="0">
              <a:solidFill>
                <a:schemeClr val="tx1"/>
              </a:solidFill>
              <a:highlight>
                <a:srgbClr val="00FF00"/>
              </a:highlight>
            </a:endParaRPr>
          </a:p>
        </p:txBody>
      </p:sp>
      <p:sp>
        <p:nvSpPr>
          <p:cNvPr id="9" name="Rectangle: Rounded Corners 8">
            <a:extLst>
              <a:ext uri="{FF2B5EF4-FFF2-40B4-BE49-F238E27FC236}">
                <a16:creationId xmlns:a16="http://schemas.microsoft.com/office/drawing/2014/main" id="{E4A6CAA5-7471-E492-5BA8-47E221416D35}"/>
              </a:ext>
            </a:extLst>
          </p:cNvPr>
          <p:cNvSpPr/>
          <p:nvPr/>
        </p:nvSpPr>
        <p:spPr>
          <a:xfrm>
            <a:off x="281242" y="6439363"/>
            <a:ext cx="6576758" cy="4181011"/>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normAutofit/>
          </a:bodyPr>
          <a:lstStyle/>
          <a:p>
            <a:pPr algn="ctr"/>
            <a:r>
              <a:rPr lang="en-US" dirty="0">
                <a:solidFill>
                  <a:schemeClr val="tx1"/>
                </a:solidFill>
              </a:rPr>
              <a:t>WITH </a:t>
            </a:r>
            <a:r>
              <a:rPr lang="en-US" dirty="0" err="1">
                <a:solidFill>
                  <a:schemeClr val="tx1"/>
                </a:solidFill>
              </a:rPr>
              <a:t>WarehouseStats</a:t>
            </a:r>
            <a:r>
              <a:rPr lang="en-US" dirty="0">
                <a:solidFill>
                  <a:schemeClr val="tx1"/>
                </a:solidFill>
              </a:rPr>
              <a:t> AS (    -- CTE #1: Calculate avg processing time per warehouse    SELECT         </a:t>
            </a:r>
            <a:r>
              <a:rPr lang="en-US" dirty="0" err="1">
                <a:solidFill>
                  <a:schemeClr val="tx1"/>
                </a:solidFill>
              </a:rPr>
              <a:t>Warehouse_ID</a:t>
            </a:r>
            <a:r>
              <a:rPr lang="en-US" dirty="0">
                <a:solidFill>
                  <a:schemeClr val="tx1"/>
                </a:solidFill>
              </a:rPr>
              <a:t>,        AVG(</a:t>
            </a:r>
            <a:r>
              <a:rPr lang="en-US" dirty="0" err="1">
                <a:solidFill>
                  <a:schemeClr val="tx1"/>
                </a:solidFill>
              </a:rPr>
              <a:t>Average_Processing_Time_Min</a:t>
            </a:r>
            <a:r>
              <a:rPr lang="en-US" dirty="0">
                <a:solidFill>
                  <a:schemeClr val="tx1"/>
                </a:solidFill>
              </a:rPr>
              <a:t>) AS </a:t>
            </a:r>
            <a:r>
              <a:rPr lang="en-US" dirty="0" err="1">
                <a:solidFill>
                  <a:schemeClr val="tx1"/>
                </a:solidFill>
              </a:rPr>
              <a:t>Avg_Processing_Time</a:t>
            </a:r>
            <a:r>
              <a:rPr lang="en-US" dirty="0">
                <a:solidFill>
                  <a:schemeClr val="tx1"/>
                </a:solidFill>
              </a:rPr>
              <a:t>    FROM warehouses    GROUP BY </a:t>
            </a:r>
            <a:r>
              <a:rPr lang="en-US" dirty="0" err="1">
                <a:solidFill>
                  <a:schemeClr val="tx1"/>
                </a:solidFill>
              </a:rPr>
              <a:t>Warehouse_ID</a:t>
            </a:r>
            <a:r>
              <a:rPr lang="en-US" dirty="0">
                <a:solidFill>
                  <a:schemeClr val="tx1"/>
                </a:solidFill>
              </a:rPr>
              <a:t>),</a:t>
            </a:r>
            <a:r>
              <a:rPr lang="en-US" dirty="0" err="1">
                <a:solidFill>
                  <a:schemeClr val="tx1"/>
                </a:solidFill>
              </a:rPr>
              <a:t>GlobalAvg</a:t>
            </a:r>
            <a:r>
              <a:rPr lang="en-US" dirty="0">
                <a:solidFill>
                  <a:schemeClr val="tx1"/>
                </a:solidFill>
              </a:rPr>
              <a:t> AS (    -- CTE #2: Calculate the global avg processing time    SELECT AVG(</a:t>
            </a:r>
            <a:r>
              <a:rPr lang="en-US" dirty="0" err="1">
                <a:solidFill>
                  <a:schemeClr val="tx1"/>
                </a:solidFill>
              </a:rPr>
              <a:t>Average_Processing_Time_Min</a:t>
            </a:r>
            <a:r>
              <a:rPr lang="en-US" dirty="0">
                <a:solidFill>
                  <a:schemeClr val="tx1"/>
                </a:solidFill>
              </a:rPr>
              <a:t>) AS </a:t>
            </a:r>
            <a:r>
              <a:rPr lang="en-US" dirty="0" err="1">
                <a:solidFill>
                  <a:schemeClr val="tx1"/>
                </a:solidFill>
              </a:rPr>
              <a:t>Global_Avg_Time</a:t>
            </a:r>
            <a:r>
              <a:rPr lang="en-US" dirty="0">
                <a:solidFill>
                  <a:schemeClr val="tx1"/>
                </a:solidFill>
              </a:rPr>
              <a:t>    FROM warehouses)-- Final Select: Compare and filter </a:t>
            </a:r>
            <a:r>
              <a:rPr lang="en-US" dirty="0" err="1">
                <a:solidFill>
                  <a:schemeClr val="tx1"/>
                </a:solidFill>
              </a:rPr>
              <a:t>bottlenecksSELECT</a:t>
            </a:r>
            <a:r>
              <a:rPr lang="en-US" dirty="0">
                <a:solidFill>
                  <a:schemeClr val="tx1"/>
                </a:solidFill>
              </a:rPr>
              <a:t>     </a:t>
            </a:r>
            <a:r>
              <a:rPr lang="en-US" dirty="0" err="1">
                <a:solidFill>
                  <a:schemeClr val="tx1"/>
                </a:solidFill>
              </a:rPr>
              <a:t>w.Warehouse_ID</a:t>
            </a:r>
            <a:r>
              <a:rPr lang="en-US" dirty="0">
                <a:solidFill>
                  <a:schemeClr val="tx1"/>
                </a:solidFill>
              </a:rPr>
              <a:t>,    </a:t>
            </a:r>
            <a:r>
              <a:rPr lang="en-US" dirty="0" err="1">
                <a:solidFill>
                  <a:schemeClr val="tx1"/>
                </a:solidFill>
              </a:rPr>
              <a:t>w.Avg_Processing_Time</a:t>
            </a:r>
            <a:r>
              <a:rPr lang="en-US" dirty="0">
                <a:solidFill>
                  <a:schemeClr val="tx1"/>
                </a:solidFill>
              </a:rPr>
              <a:t>,    </a:t>
            </a:r>
            <a:r>
              <a:rPr lang="en-US" dirty="0" err="1">
                <a:solidFill>
                  <a:schemeClr val="tx1"/>
                </a:solidFill>
              </a:rPr>
              <a:t>g.Global_Avg_TimeFROM</a:t>
            </a:r>
            <a:r>
              <a:rPr lang="en-US" dirty="0">
                <a:solidFill>
                  <a:schemeClr val="tx1"/>
                </a:solidFill>
              </a:rPr>
              <a:t> </a:t>
            </a:r>
            <a:r>
              <a:rPr lang="en-US" dirty="0" err="1">
                <a:solidFill>
                  <a:schemeClr val="tx1"/>
                </a:solidFill>
              </a:rPr>
              <a:t>WarehouseStats</a:t>
            </a:r>
            <a:r>
              <a:rPr lang="en-US" dirty="0">
                <a:solidFill>
                  <a:schemeClr val="tx1"/>
                </a:solidFill>
              </a:rPr>
              <a:t> </a:t>
            </a:r>
            <a:r>
              <a:rPr lang="en-US" dirty="0" err="1">
                <a:solidFill>
                  <a:schemeClr val="tx1"/>
                </a:solidFill>
              </a:rPr>
              <a:t>wCROSS</a:t>
            </a:r>
            <a:r>
              <a:rPr lang="en-US" dirty="0">
                <a:solidFill>
                  <a:schemeClr val="tx1"/>
                </a:solidFill>
              </a:rPr>
              <a:t> JOIN </a:t>
            </a:r>
            <a:r>
              <a:rPr lang="en-US" dirty="0" err="1">
                <a:solidFill>
                  <a:schemeClr val="tx1"/>
                </a:solidFill>
              </a:rPr>
              <a:t>GlobalAvg</a:t>
            </a:r>
            <a:r>
              <a:rPr lang="en-US" dirty="0">
                <a:solidFill>
                  <a:schemeClr val="tx1"/>
                </a:solidFill>
              </a:rPr>
              <a:t> </a:t>
            </a:r>
            <a:r>
              <a:rPr lang="en-US" dirty="0" err="1">
                <a:solidFill>
                  <a:schemeClr val="tx1"/>
                </a:solidFill>
              </a:rPr>
              <a:t>gWHERE</a:t>
            </a:r>
            <a:r>
              <a:rPr lang="en-US" dirty="0">
                <a:solidFill>
                  <a:schemeClr val="tx1"/>
                </a:solidFill>
              </a:rPr>
              <a:t> </a:t>
            </a:r>
            <a:r>
              <a:rPr lang="en-US" dirty="0" err="1">
                <a:solidFill>
                  <a:schemeClr val="tx1"/>
                </a:solidFill>
              </a:rPr>
              <a:t>w.Avg_Processing_Time</a:t>
            </a:r>
            <a:r>
              <a:rPr lang="en-US" dirty="0">
                <a:solidFill>
                  <a:schemeClr val="tx1"/>
                </a:solidFill>
              </a:rPr>
              <a:t> &gt; </a:t>
            </a:r>
            <a:r>
              <a:rPr lang="en-US" dirty="0" err="1">
                <a:solidFill>
                  <a:schemeClr val="tx1"/>
                </a:solidFill>
              </a:rPr>
              <a:t>g.Global_Avg_Time</a:t>
            </a:r>
            <a:r>
              <a:rPr lang="en-US" dirty="0">
                <a:solidFill>
                  <a:schemeClr val="tx1"/>
                </a:solidFill>
              </a:rPr>
              <a:t>;</a:t>
            </a:r>
            <a:endParaRPr lang="en-IN" dirty="0">
              <a:solidFill>
                <a:schemeClr val="tx1"/>
              </a:solidFill>
              <a:highlight>
                <a:srgbClr val="00FF00"/>
              </a:highlight>
            </a:endParaRPr>
          </a:p>
        </p:txBody>
      </p:sp>
      <p:sp>
        <p:nvSpPr>
          <p:cNvPr id="10" name="Rectangle: Rounded Corners 9">
            <a:extLst>
              <a:ext uri="{FF2B5EF4-FFF2-40B4-BE49-F238E27FC236}">
                <a16:creationId xmlns:a16="http://schemas.microsoft.com/office/drawing/2014/main" id="{1315DAE2-AE98-7368-7082-90488900F3CB}"/>
              </a:ext>
            </a:extLst>
          </p:cNvPr>
          <p:cNvSpPr/>
          <p:nvPr/>
        </p:nvSpPr>
        <p:spPr>
          <a:xfrm>
            <a:off x="457200" y="1201298"/>
            <a:ext cx="6576758" cy="4243613"/>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normAutofit/>
          </a:bodyPr>
          <a:lstStyle/>
          <a:p>
            <a:pPr algn="ctr"/>
            <a:r>
              <a:rPr lang="en-US" dirty="0">
                <a:solidFill>
                  <a:schemeClr val="tx1"/>
                </a:solidFill>
              </a:rPr>
              <a:t>SELECT * FROM warehouses order by </a:t>
            </a:r>
            <a:r>
              <a:rPr lang="en-US" dirty="0" err="1">
                <a:solidFill>
                  <a:schemeClr val="tx1"/>
                </a:solidFill>
              </a:rPr>
              <a:t>Average_Processing_Time_Min</a:t>
            </a:r>
            <a:r>
              <a:rPr lang="en-US" dirty="0">
                <a:solidFill>
                  <a:schemeClr val="tx1"/>
                </a:solidFill>
              </a:rPr>
              <a:t> DESC limit 3;</a:t>
            </a:r>
            <a:endParaRPr lang="en-IN" dirty="0">
              <a:solidFill>
                <a:schemeClr val="tx1"/>
              </a:solidFill>
              <a:highlight>
                <a:srgbClr val="00FF00"/>
              </a:highlight>
            </a:endParaRPr>
          </a:p>
        </p:txBody>
      </p:sp>
      <p:sp>
        <p:nvSpPr>
          <p:cNvPr id="2" name="Rectangle: Rounded Corners 1">
            <a:extLst>
              <a:ext uri="{FF2B5EF4-FFF2-40B4-BE49-F238E27FC236}">
                <a16:creationId xmlns:a16="http://schemas.microsoft.com/office/drawing/2014/main" id="{87410B33-8256-387C-5FF8-C4E22D405DBE}"/>
              </a:ext>
            </a:extLst>
          </p:cNvPr>
          <p:cNvSpPr/>
          <p:nvPr/>
        </p:nvSpPr>
        <p:spPr>
          <a:xfrm>
            <a:off x="11855326" y="1156248"/>
            <a:ext cx="6265034" cy="4153940"/>
          </a:xfrm>
          <a:prstGeom prst="roundRect">
            <a:avLst/>
          </a:prstGeom>
          <a:solidFill>
            <a:schemeClr val="bg1">
              <a:lumMod val="65000"/>
            </a:schemeClr>
          </a:solidFill>
          <a:ln>
            <a:noFill/>
          </a:ln>
        </p:spPr>
        <p:style>
          <a:lnRef idx="0">
            <a:scrgbClr r="0" g="0" b="0"/>
          </a:lnRef>
          <a:fillRef idx="0">
            <a:scrgbClr r="0" g="0" b="0"/>
          </a:fillRef>
          <a:effectRef idx="0">
            <a:scrgbClr r="0" g="0" b="0"/>
          </a:effectRef>
          <a:fontRef idx="minor">
            <a:schemeClr val="dk1"/>
          </a:fontRef>
        </p:style>
        <p:txBody>
          <a:bodyPr rtlCol="0" anchor="ctr">
            <a:normAutofit/>
          </a:bodyPr>
          <a:lstStyle/>
          <a:p>
            <a:pPr algn="ctr"/>
            <a:r>
              <a:rPr lang="en-US" dirty="0">
                <a:solidFill>
                  <a:schemeClr val="tx1"/>
                </a:solidFill>
              </a:rPr>
              <a:t>SELECT   </a:t>
            </a:r>
            <a:r>
              <a:rPr lang="en-US" dirty="0" err="1">
                <a:solidFill>
                  <a:schemeClr val="tx1"/>
                </a:solidFill>
              </a:rPr>
              <a:t>o.Warehouse_ID</a:t>
            </a:r>
            <a:r>
              <a:rPr lang="en-US" dirty="0">
                <a:solidFill>
                  <a:schemeClr val="tx1"/>
                </a:solidFill>
              </a:rPr>
              <a:t>,   COUNT(DISTINCT </a:t>
            </a:r>
            <a:r>
              <a:rPr lang="en-US" dirty="0" err="1">
                <a:solidFill>
                  <a:schemeClr val="tx1"/>
                </a:solidFill>
              </a:rPr>
              <a:t>o.Order_ID</a:t>
            </a:r>
            <a:r>
              <a:rPr lang="en-US" dirty="0">
                <a:solidFill>
                  <a:schemeClr val="tx1"/>
                </a:solidFill>
              </a:rPr>
              <a:t>) AS </a:t>
            </a:r>
            <a:r>
              <a:rPr lang="en-US" dirty="0" err="1">
                <a:solidFill>
                  <a:schemeClr val="tx1"/>
                </a:solidFill>
              </a:rPr>
              <a:t>Total_Shipments</a:t>
            </a:r>
            <a:r>
              <a:rPr lang="en-US" dirty="0">
                <a:solidFill>
                  <a:schemeClr val="tx1"/>
                </a:solidFill>
              </a:rPr>
              <a:t>,   SUM(CASE WHEN </a:t>
            </a:r>
            <a:r>
              <a:rPr lang="en-US" dirty="0" err="1">
                <a:solidFill>
                  <a:schemeClr val="tx1"/>
                </a:solidFill>
              </a:rPr>
              <a:t>s.Delay_Minutes</a:t>
            </a:r>
            <a:r>
              <a:rPr lang="en-US" dirty="0">
                <a:solidFill>
                  <a:schemeClr val="tx1"/>
                </a:solidFill>
              </a:rPr>
              <a:t> &gt; 0 THEN 1 ELSE 0 END) AS </a:t>
            </a:r>
            <a:r>
              <a:rPr lang="en-US" dirty="0" err="1">
                <a:solidFill>
                  <a:schemeClr val="tx1"/>
                </a:solidFill>
              </a:rPr>
              <a:t>Delayed_Shipments</a:t>
            </a:r>
            <a:r>
              <a:rPr lang="en-US" dirty="0">
                <a:solidFill>
                  <a:schemeClr val="tx1"/>
                </a:solidFill>
              </a:rPr>
              <a:t>,   (SUM(CASE WHEN </a:t>
            </a:r>
            <a:r>
              <a:rPr lang="en-US" dirty="0" err="1">
                <a:solidFill>
                  <a:schemeClr val="tx1"/>
                </a:solidFill>
              </a:rPr>
              <a:t>s.Delay_Minutes</a:t>
            </a:r>
            <a:r>
              <a:rPr lang="en-US" dirty="0">
                <a:solidFill>
                  <a:schemeClr val="tx1"/>
                </a:solidFill>
              </a:rPr>
              <a:t> &gt; 0 THEN 1 ELSE 0 END) * 100.0 / COUNT(DISTINCT </a:t>
            </a:r>
            <a:r>
              <a:rPr lang="en-US" dirty="0" err="1">
                <a:solidFill>
                  <a:schemeClr val="tx1"/>
                </a:solidFill>
              </a:rPr>
              <a:t>o.Order_ID</a:t>
            </a:r>
            <a:r>
              <a:rPr lang="en-US" dirty="0">
                <a:solidFill>
                  <a:schemeClr val="tx1"/>
                </a:solidFill>
              </a:rPr>
              <a:t>)) AS </a:t>
            </a:r>
            <a:r>
              <a:rPr lang="en-US" dirty="0" err="1">
                <a:solidFill>
                  <a:schemeClr val="tx1"/>
                </a:solidFill>
              </a:rPr>
              <a:t>Delay_PercentageFROM</a:t>
            </a:r>
            <a:r>
              <a:rPr lang="en-US" dirty="0">
                <a:solidFill>
                  <a:schemeClr val="tx1"/>
                </a:solidFill>
              </a:rPr>
              <a:t>   orders </a:t>
            </a:r>
            <a:r>
              <a:rPr lang="en-US" dirty="0" err="1">
                <a:solidFill>
                  <a:schemeClr val="tx1"/>
                </a:solidFill>
              </a:rPr>
              <a:t>oJOIN</a:t>
            </a:r>
            <a:r>
              <a:rPr lang="en-US" dirty="0">
                <a:solidFill>
                  <a:schemeClr val="tx1"/>
                </a:solidFill>
              </a:rPr>
              <a:t>   shipment s ON </a:t>
            </a:r>
            <a:r>
              <a:rPr lang="en-US" dirty="0" err="1">
                <a:solidFill>
                  <a:schemeClr val="tx1"/>
                </a:solidFill>
              </a:rPr>
              <a:t>o.Order_ID</a:t>
            </a:r>
            <a:r>
              <a:rPr lang="en-US" dirty="0">
                <a:solidFill>
                  <a:schemeClr val="tx1"/>
                </a:solidFill>
              </a:rPr>
              <a:t> = </a:t>
            </a:r>
            <a:r>
              <a:rPr lang="en-US" dirty="0" err="1">
                <a:solidFill>
                  <a:schemeClr val="tx1"/>
                </a:solidFill>
              </a:rPr>
              <a:t>s.Order_IDGROUP</a:t>
            </a:r>
            <a:r>
              <a:rPr lang="en-US" dirty="0">
                <a:solidFill>
                  <a:schemeClr val="tx1"/>
                </a:solidFill>
              </a:rPr>
              <a:t> BY   </a:t>
            </a:r>
            <a:r>
              <a:rPr lang="en-US" dirty="0" err="1">
                <a:solidFill>
                  <a:schemeClr val="tx1"/>
                </a:solidFill>
              </a:rPr>
              <a:t>o.Warehouse_IDORDER</a:t>
            </a:r>
            <a:r>
              <a:rPr lang="en-US" dirty="0">
                <a:solidFill>
                  <a:schemeClr val="tx1"/>
                </a:solidFill>
              </a:rPr>
              <a:t> BY   </a:t>
            </a:r>
            <a:r>
              <a:rPr lang="en-US" dirty="0" err="1">
                <a:solidFill>
                  <a:schemeClr val="tx1"/>
                </a:solidFill>
              </a:rPr>
              <a:t>Delay_Percentage</a:t>
            </a:r>
            <a:r>
              <a:rPr lang="en-US" dirty="0">
                <a:solidFill>
                  <a:schemeClr val="tx1"/>
                </a:solidFill>
              </a:rPr>
              <a:t> DESC;</a:t>
            </a:r>
            <a:endParaRPr lang="en-IN" dirty="0">
              <a:solidFill>
                <a:schemeClr val="tx1"/>
              </a:solidFill>
              <a:highlight>
                <a:srgbClr val="00FF00"/>
              </a:highlight>
            </a:endParaRPr>
          </a:p>
        </p:txBody>
      </p:sp>
    </p:spTree>
    <p:extLst>
      <p:ext uri="{BB962C8B-B14F-4D97-AF65-F5344CB8AC3E}">
        <p14:creationId xmlns:p14="http://schemas.microsoft.com/office/powerpoint/2010/main" val="86795741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4A0B5-37E3-49EF-5A50-57CB903891AE}"/>
              </a:ext>
            </a:extLst>
          </p:cNvPr>
          <p:cNvSpPr>
            <a:spLocks noGrp="1"/>
          </p:cNvSpPr>
          <p:nvPr>
            <p:ph type="title"/>
          </p:nvPr>
        </p:nvSpPr>
        <p:spPr>
          <a:xfrm>
            <a:off x="1415043" y="237745"/>
            <a:ext cx="16050055" cy="1609343"/>
          </a:xfrm>
        </p:spPr>
        <p:txBody>
          <a:bodyPr>
            <a:normAutofit fontScale="90000"/>
          </a:bodyPr>
          <a:lstStyle/>
          <a:p>
            <a:br>
              <a:rPr lang="en-IN" dirty="0"/>
            </a:br>
            <a:r>
              <a:rPr lang="en-IN" b="1" dirty="0"/>
              <a:t>Delivery Agent Performance </a:t>
            </a:r>
            <a:endParaRPr lang="en-IN" dirty="0"/>
          </a:p>
        </p:txBody>
      </p:sp>
      <p:sp>
        <p:nvSpPr>
          <p:cNvPr id="3" name="Content Placeholder 2">
            <a:extLst>
              <a:ext uri="{FF2B5EF4-FFF2-40B4-BE49-F238E27FC236}">
                <a16:creationId xmlns:a16="http://schemas.microsoft.com/office/drawing/2014/main" id="{2DB6ED08-CF4E-9E41-9D0B-2D675627F52B}"/>
              </a:ext>
            </a:extLst>
          </p:cNvPr>
          <p:cNvSpPr>
            <a:spLocks noGrp="1"/>
          </p:cNvSpPr>
          <p:nvPr>
            <p:ph idx="1"/>
          </p:nvPr>
        </p:nvSpPr>
        <p:spPr>
          <a:xfrm>
            <a:off x="182880" y="2249425"/>
            <a:ext cx="12176760" cy="8370950"/>
          </a:xfrm>
          <a:noFill/>
        </p:spPr>
        <p:txBody>
          <a:bodyPr>
            <a:normAutofit fontScale="25000" lnSpcReduction="20000"/>
          </a:bodyPr>
          <a:lstStyle/>
          <a:p>
            <a:pPr marL="0" indent="0">
              <a:buNone/>
            </a:pPr>
            <a:endParaRPr lang="en-US" dirty="0"/>
          </a:p>
          <a:p>
            <a:r>
              <a:rPr lang="en-US" sz="5600" dirty="0"/>
              <a:t>Rank agents (per route) by on-time delivery percentage</a:t>
            </a:r>
          </a:p>
          <a:p>
            <a:pPr marL="0" indent="0">
              <a:buNone/>
            </a:pPr>
            <a:r>
              <a:rPr lang="en-US" sz="6400" cap="none" dirty="0"/>
              <a:t>Rajesh  Sharma leads  the ranking , showing strong performance  and consistency, followed closely by Kiran Reddy and Meena Patel.    The  top  agents  clearly stand out with their efficiency and dedication. As we move down the list, the rankings show a gradual drop ,  suggesting that  some agents  may  need  guidance or  support to  improve. The data highlights  a strong core team  with potential for others to catch up.   </a:t>
            </a:r>
          </a:p>
          <a:p>
            <a:r>
              <a:rPr lang="en-US" sz="5600" dirty="0"/>
              <a:t>Find agents with on-time % &lt; 80%.</a:t>
            </a:r>
          </a:p>
          <a:p>
            <a:pPr marL="0" indent="0">
              <a:buNone/>
            </a:pPr>
            <a:r>
              <a:rPr lang="en-US" sz="6400" cap="none" dirty="0"/>
              <a:t>Rajesh Sharma leads the ranking, showing strong performance and efficiency on his assigned route. </a:t>
            </a:r>
          </a:p>
          <a:p>
            <a:pPr marL="0" indent="0">
              <a:buNone/>
            </a:pPr>
            <a:r>
              <a:rPr lang="en-US" sz="6400" cap="none" dirty="0"/>
              <a:t>Agents like Kiran Reddy and Meena Patel are also performing well and maintaining consistent delivery results. As the ranks go lower, performance becomes more varied — some agents may benefit from additional training or better route support. The top agents set a great example, and with a little guidance, the rest can improve too.</a:t>
            </a:r>
          </a:p>
          <a:p>
            <a:r>
              <a:rPr lang="en-US" sz="5600" dirty="0"/>
              <a:t>Compare average speed of top 5 vs bottom 5 agents using subqueries.</a:t>
            </a:r>
          </a:p>
          <a:p>
            <a:pPr marL="0" indent="0">
              <a:buNone/>
            </a:pPr>
            <a:r>
              <a:rPr lang="en-US" sz="6400" cap="none" dirty="0"/>
              <a:t>The top 5 agents are clearly performing much faster, with an average speed of 53.02.</a:t>
            </a:r>
          </a:p>
          <a:p>
            <a:pPr marL="0" indent="0">
              <a:buNone/>
            </a:pPr>
            <a:r>
              <a:rPr lang="en-US" sz="6400" cap="none" dirty="0"/>
              <a:t> Compared to them, the bottom 5 agents average only 35.32, showing a noticeable gap in productivity.</a:t>
            </a:r>
          </a:p>
          <a:p>
            <a:pPr marL="0" indent="0">
              <a:buNone/>
            </a:pPr>
            <a:r>
              <a:rPr lang="en-US" sz="6400" cap="none" dirty="0"/>
              <a:t> This highlights that while a few agents are highly efficient, others may need additional guidance or training to catch up. </a:t>
            </a:r>
          </a:p>
          <a:p>
            <a:pPr marL="0" indent="0">
              <a:buNone/>
            </a:pPr>
            <a:r>
              <a:rPr lang="en-US" sz="6400" cap="none" dirty="0"/>
              <a:t>Improving the performance of the slower group could significantly boost overall efficiency.</a:t>
            </a:r>
          </a:p>
          <a:p>
            <a:r>
              <a:rPr lang="en-US" sz="5600" dirty="0"/>
              <a:t>Suggest training or workload balancing strategies for low performers</a:t>
            </a:r>
          </a:p>
          <a:p>
            <a:pPr marL="0" indent="0">
              <a:buNone/>
            </a:pPr>
            <a:r>
              <a:rPr lang="en-US" sz="6400" cap="none" dirty="0"/>
              <a:t>Some agents with low on-time  deliveries might just  need extra help with  routes and time planning.     </a:t>
            </a:r>
          </a:p>
          <a:p>
            <a:pPr marL="0" indent="0">
              <a:buNone/>
            </a:pPr>
            <a:r>
              <a:rPr lang="en-US" sz="6400" cap="none" dirty="0"/>
              <a:t>A short  refresher on handling traffic  and managing deliveries could make a big difference.    </a:t>
            </a:r>
          </a:p>
          <a:p>
            <a:pPr marL="0" indent="0">
              <a:buNone/>
            </a:pPr>
            <a:r>
              <a:rPr lang="en-US" sz="6400" cap="none" dirty="0"/>
              <a:t>Pairing them with top performers can help them learn  faster.</a:t>
            </a:r>
          </a:p>
          <a:p>
            <a:pPr marL="0" indent="0">
              <a:buNone/>
            </a:pPr>
            <a:r>
              <a:rPr lang="en-US" sz="6400" cap="none" dirty="0"/>
              <a:t>  It may also help  to share the tougher routes more evenly  and give a bit more time for busy areas. </a:t>
            </a:r>
          </a:p>
          <a:p>
            <a:pPr marL="0" indent="0">
              <a:buNone/>
            </a:pPr>
            <a:r>
              <a:rPr lang="en-US" sz="6400" cap="none" dirty="0"/>
              <a:t> Regular check-ins and feedback will keep everyone  on track and improving. </a:t>
            </a:r>
            <a:endParaRPr lang="en-IN" sz="6400" cap="none" dirty="0"/>
          </a:p>
        </p:txBody>
      </p:sp>
      <p:graphicFrame>
        <p:nvGraphicFramePr>
          <p:cNvPr id="4" name="Chart 3">
            <a:extLst>
              <a:ext uri="{FF2B5EF4-FFF2-40B4-BE49-F238E27FC236}">
                <a16:creationId xmlns:a16="http://schemas.microsoft.com/office/drawing/2014/main" id="{223848EF-2D4D-363B-29CA-4270D2157BE7}"/>
              </a:ext>
            </a:extLst>
          </p:cNvPr>
          <p:cNvGraphicFramePr>
            <a:graphicFrameLocks/>
          </p:cNvGraphicFramePr>
          <p:nvPr>
            <p:extLst>
              <p:ext uri="{D42A27DB-BD31-4B8C-83A1-F6EECF244321}">
                <p14:modId xmlns:p14="http://schemas.microsoft.com/office/powerpoint/2010/main" val="2882725675"/>
              </p:ext>
            </p:extLst>
          </p:nvPr>
        </p:nvGraphicFramePr>
        <p:xfrm>
          <a:off x="13951109" y="241458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A0683E40-4E8F-2181-EA27-5FE9E5F96114}"/>
              </a:ext>
            </a:extLst>
          </p:cNvPr>
          <p:cNvGraphicFramePr>
            <a:graphicFrameLocks/>
          </p:cNvGraphicFramePr>
          <p:nvPr>
            <p:extLst>
              <p:ext uri="{D42A27DB-BD31-4B8C-83A1-F6EECF244321}">
                <p14:modId xmlns:p14="http://schemas.microsoft.com/office/powerpoint/2010/main" val="3691845622"/>
              </p:ext>
            </p:extLst>
          </p:nvPr>
        </p:nvGraphicFramePr>
        <p:xfrm>
          <a:off x="13951109" y="6818948"/>
          <a:ext cx="3939236" cy="241035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053650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D3C6AD9-ED11-14D2-836E-128D711EDA87}"/>
              </a:ext>
            </a:extLst>
          </p:cNvPr>
          <p:cNvSpPr txBox="1"/>
          <p:nvPr/>
        </p:nvSpPr>
        <p:spPr>
          <a:xfrm>
            <a:off x="640080" y="0"/>
            <a:ext cx="4261104" cy="1477328"/>
          </a:xfrm>
          <a:prstGeom prst="rect">
            <a:avLst/>
          </a:prstGeom>
          <a:noFill/>
        </p:spPr>
        <p:txBody>
          <a:bodyPr wrap="square">
            <a:spAutoFit/>
          </a:bodyPr>
          <a:lstStyle/>
          <a:p>
            <a:pPr algn="l"/>
            <a:endParaRPr lang="en-IN" sz="1800" b="0" i="0" u="none" strike="noStrike" baseline="0" dirty="0">
              <a:solidFill>
                <a:srgbClr val="000000"/>
              </a:solidFill>
            </a:endParaRPr>
          </a:p>
          <a:p>
            <a:endParaRPr lang="en-IN" sz="2400" b="0" i="0" u="none" strike="noStrike" baseline="0" dirty="0"/>
          </a:p>
          <a:p>
            <a:r>
              <a:rPr lang="en-US" sz="2400" b="0" i="0" u="none" strike="noStrike" baseline="0" dirty="0"/>
              <a:t> Rank agents (per route) by on-time delivery percentage </a:t>
            </a:r>
          </a:p>
        </p:txBody>
      </p:sp>
      <p:pic>
        <p:nvPicPr>
          <p:cNvPr id="9" name="Picture 8">
            <a:extLst>
              <a:ext uri="{FF2B5EF4-FFF2-40B4-BE49-F238E27FC236}">
                <a16:creationId xmlns:a16="http://schemas.microsoft.com/office/drawing/2014/main" id="{79CE01A6-9586-F012-4498-A2E22E9AD187}"/>
              </a:ext>
            </a:extLst>
          </p:cNvPr>
          <p:cNvPicPr>
            <a:picLocks noChangeAspect="1"/>
          </p:cNvPicPr>
          <p:nvPr/>
        </p:nvPicPr>
        <p:blipFill>
          <a:blip r:embed="rId2"/>
          <a:stretch>
            <a:fillRect/>
          </a:stretch>
        </p:blipFill>
        <p:spPr>
          <a:xfrm>
            <a:off x="453348" y="1612745"/>
            <a:ext cx="3781953" cy="4532023"/>
          </a:xfrm>
          <a:prstGeom prst="rect">
            <a:avLst/>
          </a:prstGeom>
        </p:spPr>
      </p:pic>
      <p:sp>
        <p:nvSpPr>
          <p:cNvPr id="11" name="TextBox 10">
            <a:extLst>
              <a:ext uri="{FF2B5EF4-FFF2-40B4-BE49-F238E27FC236}">
                <a16:creationId xmlns:a16="http://schemas.microsoft.com/office/drawing/2014/main" id="{C8D833AC-398C-22DE-A039-93FF7A40E7DC}"/>
              </a:ext>
            </a:extLst>
          </p:cNvPr>
          <p:cNvSpPr txBox="1"/>
          <p:nvPr/>
        </p:nvSpPr>
        <p:spPr>
          <a:xfrm>
            <a:off x="5870448" y="553998"/>
            <a:ext cx="3218688" cy="830997"/>
          </a:xfrm>
          <a:prstGeom prst="rect">
            <a:avLst/>
          </a:prstGeom>
          <a:noFill/>
        </p:spPr>
        <p:txBody>
          <a:bodyPr wrap="square">
            <a:spAutoFit/>
          </a:bodyPr>
          <a:lstStyle/>
          <a:p>
            <a:r>
              <a:rPr lang="en-US" sz="2400" dirty="0"/>
              <a:t>Find agents with on-time % &lt; 80%.</a:t>
            </a:r>
            <a:endParaRPr lang="en-IN" sz="2400" dirty="0"/>
          </a:p>
        </p:txBody>
      </p:sp>
      <p:pic>
        <p:nvPicPr>
          <p:cNvPr id="13" name="Picture 12">
            <a:extLst>
              <a:ext uri="{FF2B5EF4-FFF2-40B4-BE49-F238E27FC236}">
                <a16:creationId xmlns:a16="http://schemas.microsoft.com/office/drawing/2014/main" id="{AE0D201A-BFC7-24F3-64BA-FD9391BDB58B}"/>
              </a:ext>
            </a:extLst>
          </p:cNvPr>
          <p:cNvPicPr>
            <a:picLocks noChangeAspect="1"/>
          </p:cNvPicPr>
          <p:nvPr/>
        </p:nvPicPr>
        <p:blipFill>
          <a:blip r:embed="rId3"/>
          <a:stretch>
            <a:fillRect/>
          </a:stretch>
        </p:blipFill>
        <p:spPr>
          <a:xfrm>
            <a:off x="5412981" y="1621291"/>
            <a:ext cx="4286848" cy="4532023"/>
          </a:xfrm>
          <a:prstGeom prst="rect">
            <a:avLst/>
          </a:prstGeom>
        </p:spPr>
      </p:pic>
      <p:sp>
        <p:nvSpPr>
          <p:cNvPr id="15" name="TextBox 14">
            <a:extLst>
              <a:ext uri="{FF2B5EF4-FFF2-40B4-BE49-F238E27FC236}">
                <a16:creationId xmlns:a16="http://schemas.microsoft.com/office/drawing/2014/main" id="{3FB4D0B0-FF47-8607-2764-EABD1C40FC3A}"/>
              </a:ext>
            </a:extLst>
          </p:cNvPr>
          <p:cNvSpPr txBox="1"/>
          <p:nvPr/>
        </p:nvSpPr>
        <p:spPr>
          <a:xfrm>
            <a:off x="11704320" y="553998"/>
            <a:ext cx="5486400" cy="830997"/>
          </a:xfrm>
          <a:prstGeom prst="rect">
            <a:avLst/>
          </a:prstGeom>
          <a:noFill/>
        </p:spPr>
        <p:txBody>
          <a:bodyPr wrap="square">
            <a:spAutoFit/>
          </a:bodyPr>
          <a:lstStyle/>
          <a:p>
            <a:r>
              <a:rPr lang="en-US" sz="2400" dirty="0"/>
              <a:t>Compare average speed of top 5 vs bottom 5 agents using subquerie</a:t>
            </a:r>
            <a:endParaRPr lang="en-IN" sz="2400" dirty="0"/>
          </a:p>
        </p:txBody>
      </p:sp>
      <p:pic>
        <p:nvPicPr>
          <p:cNvPr id="17" name="Picture 16">
            <a:extLst>
              <a:ext uri="{FF2B5EF4-FFF2-40B4-BE49-F238E27FC236}">
                <a16:creationId xmlns:a16="http://schemas.microsoft.com/office/drawing/2014/main" id="{A3A82A77-413D-A2B2-2421-3B8AFE5EE3DD}"/>
              </a:ext>
            </a:extLst>
          </p:cNvPr>
          <p:cNvPicPr>
            <a:picLocks noChangeAspect="1"/>
          </p:cNvPicPr>
          <p:nvPr/>
        </p:nvPicPr>
        <p:blipFill>
          <a:blip r:embed="rId4"/>
          <a:stretch>
            <a:fillRect/>
          </a:stretch>
        </p:blipFill>
        <p:spPr>
          <a:xfrm>
            <a:off x="11704320" y="1825288"/>
            <a:ext cx="6255750" cy="2563832"/>
          </a:xfrm>
          <a:prstGeom prst="rect">
            <a:avLst/>
          </a:prstGeom>
        </p:spPr>
      </p:pic>
      <p:sp>
        <p:nvSpPr>
          <p:cNvPr id="19" name="TextBox 18">
            <a:extLst>
              <a:ext uri="{FF2B5EF4-FFF2-40B4-BE49-F238E27FC236}">
                <a16:creationId xmlns:a16="http://schemas.microsoft.com/office/drawing/2014/main" id="{32E13C7F-10E7-CFDB-6FD4-1A374D9C9C95}"/>
              </a:ext>
            </a:extLst>
          </p:cNvPr>
          <p:cNvSpPr txBox="1"/>
          <p:nvPr/>
        </p:nvSpPr>
        <p:spPr>
          <a:xfrm>
            <a:off x="640079" y="6975086"/>
            <a:ext cx="8799989" cy="954107"/>
          </a:xfrm>
          <a:prstGeom prst="rect">
            <a:avLst/>
          </a:prstGeom>
          <a:noFill/>
        </p:spPr>
        <p:txBody>
          <a:bodyPr wrap="square">
            <a:spAutoFit/>
          </a:bodyPr>
          <a:lstStyle/>
          <a:p>
            <a:r>
              <a:rPr lang="en-US" sz="2800" dirty="0"/>
              <a:t>Suggest training or workload balancing strategies for low performers</a:t>
            </a:r>
            <a:endParaRPr lang="en-IN" sz="2800" dirty="0"/>
          </a:p>
        </p:txBody>
      </p:sp>
      <p:sp>
        <p:nvSpPr>
          <p:cNvPr id="21" name="TextBox 20">
            <a:extLst>
              <a:ext uri="{FF2B5EF4-FFF2-40B4-BE49-F238E27FC236}">
                <a16:creationId xmlns:a16="http://schemas.microsoft.com/office/drawing/2014/main" id="{4D519B01-7B62-E1A1-E251-E4A883831734}"/>
              </a:ext>
            </a:extLst>
          </p:cNvPr>
          <p:cNvSpPr txBox="1"/>
          <p:nvPr/>
        </p:nvSpPr>
        <p:spPr>
          <a:xfrm>
            <a:off x="453348" y="7902416"/>
            <a:ext cx="16737372" cy="2246769"/>
          </a:xfrm>
          <a:prstGeom prst="rect">
            <a:avLst/>
          </a:prstGeom>
          <a:noFill/>
        </p:spPr>
        <p:txBody>
          <a:bodyPr wrap="square">
            <a:spAutoFit/>
          </a:bodyPr>
          <a:lstStyle/>
          <a:p>
            <a:r>
              <a:rPr lang="en-US" sz="2800" dirty="0"/>
              <a:t>Some agents with low on-time  deliveries might just  need extra help with  routes and time planning.     </a:t>
            </a:r>
          </a:p>
          <a:p>
            <a:r>
              <a:rPr lang="en-US" sz="2800" dirty="0"/>
              <a:t>A short  refresher on handling traffic  and managing deliveries could make a big difference.    </a:t>
            </a:r>
          </a:p>
          <a:p>
            <a:r>
              <a:rPr lang="en-US" sz="2800" dirty="0"/>
              <a:t>Pairing them with top performers can help them learn  faster.</a:t>
            </a:r>
          </a:p>
          <a:p>
            <a:r>
              <a:rPr lang="en-US" sz="2800" dirty="0"/>
              <a:t>  It may also help  to share the tougher routes more evenly  and give a bit more time for busy areas. </a:t>
            </a:r>
          </a:p>
          <a:p>
            <a:r>
              <a:rPr lang="en-US" sz="2800" dirty="0"/>
              <a:t> Regular check-ins and feedback will keep everyone  on track and improving.  </a:t>
            </a:r>
          </a:p>
        </p:txBody>
      </p:sp>
    </p:spTree>
    <p:extLst>
      <p:ext uri="{BB962C8B-B14F-4D97-AF65-F5344CB8AC3E}">
        <p14:creationId xmlns:p14="http://schemas.microsoft.com/office/powerpoint/2010/main" val="57738150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86D0AA-4130-AF35-F544-97EDCE9C31C7}"/>
              </a:ext>
            </a:extLst>
          </p:cNvPr>
          <p:cNvSpPr txBox="1"/>
          <p:nvPr/>
        </p:nvSpPr>
        <p:spPr>
          <a:xfrm>
            <a:off x="640080" y="0"/>
            <a:ext cx="4261104" cy="1477328"/>
          </a:xfrm>
          <a:prstGeom prst="rect">
            <a:avLst/>
          </a:prstGeom>
          <a:noFill/>
        </p:spPr>
        <p:txBody>
          <a:bodyPr wrap="square">
            <a:spAutoFit/>
          </a:bodyPr>
          <a:lstStyle/>
          <a:p>
            <a:pPr algn="l"/>
            <a:endParaRPr lang="en-IN" sz="1800" b="0" i="0" u="none" strike="noStrike" baseline="0" dirty="0">
              <a:solidFill>
                <a:srgbClr val="000000"/>
              </a:solidFill>
            </a:endParaRPr>
          </a:p>
          <a:p>
            <a:endParaRPr lang="en-IN" sz="2400" b="0" i="0" u="none" strike="noStrike" baseline="0" dirty="0"/>
          </a:p>
          <a:p>
            <a:r>
              <a:rPr lang="en-US" sz="2400" b="0" i="0" u="none" strike="noStrike" baseline="0" dirty="0"/>
              <a:t> Rank agents (per route) by on-time delivery percentage </a:t>
            </a:r>
          </a:p>
        </p:txBody>
      </p:sp>
      <p:sp>
        <p:nvSpPr>
          <p:cNvPr id="5" name="TextBox 4">
            <a:extLst>
              <a:ext uri="{FF2B5EF4-FFF2-40B4-BE49-F238E27FC236}">
                <a16:creationId xmlns:a16="http://schemas.microsoft.com/office/drawing/2014/main" id="{C17B2E01-5EE2-1958-B686-0046E65773C8}"/>
              </a:ext>
            </a:extLst>
          </p:cNvPr>
          <p:cNvSpPr txBox="1"/>
          <p:nvPr/>
        </p:nvSpPr>
        <p:spPr>
          <a:xfrm>
            <a:off x="6513989" y="549998"/>
            <a:ext cx="3218688" cy="830997"/>
          </a:xfrm>
          <a:prstGeom prst="rect">
            <a:avLst/>
          </a:prstGeom>
          <a:noFill/>
        </p:spPr>
        <p:txBody>
          <a:bodyPr wrap="square">
            <a:spAutoFit/>
          </a:bodyPr>
          <a:lstStyle/>
          <a:p>
            <a:r>
              <a:rPr lang="en-US" sz="2400" dirty="0"/>
              <a:t>Find agents with on-time % &lt; 80%.</a:t>
            </a:r>
            <a:endParaRPr lang="en-IN" sz="2400" dirty="0"/>
          </a:p>
        </p:txBody>
      </p:sp>
      <p:sp>
        <p:nvSpPr>
          <p:cNvPr id="6" name="TextBox 5">
            <a:extLst>
              <a:ext uri="{FF2B5EF4-FFF2-40B4-BE49-F238E27FC236}">
                <a16:creationId xmlns:a16="http://schemas.microsoft.com/office/drawing/2014/main" id="{52209E3F-CAD1-9DC1-B99E-966A2C3C81D4}"/>
              </a:ext>
            </a:extLst>
          </p:cNvPr>
          <p:cNvSpPr txBox="1"/>
          <p:nvPr/>
        </p:nvSpPr>
        <p:spPr>
          <a:xfrm>
            <a:off x="12753658" y="549998"/>
            <a:ext cx="5486400" cy="830997"/>
          </a:xfrm>
          <a:prstGeom prst="rect">
            <a:avLst/>
          </a:prstGeom>
          <a:noFill/>
        </p:spPr>
        <p:txBody>
          <a:bodyPr wrap="square">
            <a:spAutoFit/>
          </a:bodyPr>
          <a:lstStyle/>
          <a:p>
            <a:r>
              <a:rPr lang="en-US" sz="2400" dirty="0"/>
              <a:t>Compare average speed of top 5 vs bottom 5 agents using subquerie</a:t>
            </a:r>
            <a:endParaRPr lang="en-IN" sz="2400" dirty="0"/>
          </a:p>
        </p:txBody>
      </p:sp>
      <p:sp>
        <p:nvSpPr>
          <p:cNvPr id="7" name="Rectangle: Rounded Corners 6">
            <a:extLst>
              <a:ext uri="{FF2B5EF4-FFF2-40B4-BE49-F238E27FC236}">
                <a16:creationId xmlns:a16="http://schemas.microsoft.com/office/drawing/2014/main" id="{5D6CD0D5-9213-C560-574F-050C8A158886}"/>
              </a:ext>
            </a:extLst>
          </p:cNvPr>
          <p:cNvSpPr/>
          <p:nvPr/>
        </p:nvSpPr>
        <p:spPr>
          <a:xfrm>
            <a:off x="640080" y="2139696"/>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Agent_ID,Agent_Name, rank() over(order by On_Time_Delivery_Percentage desc) as Rank_By_Agent from deliveryagents;</a:t>
            </a:r>
            <a:endParaRPr lang="en-IN" dirty="0"/>
          </a:p>
        </p:txBody>
      </p:sp>
      <p:sp>
        <p:nvSpPr>
          <p:cNvPr id="11" name="Rectangle: Rounded Corners 10">
            <a:extLst>
              <a:ext uri="{FF2B5EF4-FFF2-40B4-BE49-F238E27FC236}">
                <a16:creationId xmlns:a16="http://schemas.microsoft.com/office/drawing/2014/main" id="{C761CA7E-9724-78B4-A098-2BAB0560A43B}"/>
              </a:ext>
            </a:extLst>
          </p:cNvPr>
          <p:cNvSpPr/>
          <p:nvPr/>
        </p:nvSpPr>
        <p:spPr>
          <a:xfrm>
            <a:off x="6321965" y="2139696"/>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SELECT   Agent_ID,   Agent_Name,  Route_ID,  Rank_By_AgentFROM (  SELECT     Agent_ID,     Agent_Name,     Route_ID,    PERCENT_RANK() OVER (ORDER BY On_Time_Delivery_Percentage DESC) AS Percent_Rank_By_Agent,    DENSE_RANK() OVER (ORDER BY On_Time_Delivery_Percentage DESC) AS Rank_By_Agent  FROM deliveryagents) AS subqueryWHERE Percent_Rank_By_Agent &lt;= 0.8;</a:t>
            </a:r>
            <a:endParaRPr lang="en-IN" dirty="0"/>
          </a:p>
        </p:txBody>
      </p:sp>
      <p:sp>
        <p:nvSpPr>
          <p:cNvPr id="12" name="Rectangle: Rounded Corners 11">
            <a:extLst>
              <a:ext uri="{FF2B5EF4-FFF2-40B4-BE49-F238E27FC236}">
                <a16:creationId xmlns:a16="http://schemas.microsoft.com/office/drawing/2014/main" id="{111E531D-1B1E-59D3-C750-E273BF7427D2}"/>
              </a:ext>
            </a:extLst>
          </p:cNvPr>
          <p:cNvSpPr/>
          <p:nvPr/>
        </p:nvSpPr>
        <p:spPr>
          <a:xfrm>
            <a:off x="12935712" y="2139696"/>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SELECT     'Top 5 Agents' AS Category,    AVG(Avg_Speed_KMPH) AS Average_SpeedFROM    (SELECT         Agent_ID, Avg_Speed_KMPH    FROM        deliveryagents    ORDER BY Avg_Speed_KMPH DESC    LIMIT 5) AS top_agents UNION ALL SELECT     'Bottom 5 Agents' AS Category,    round(AVG(Avg_Speed_KMPH),2) AS Average_SpeedFROM    (SELECT         Agent_ID, Avg_Speed_KMPH    FROM        deliveryagents    ORDER BY Avg_Speed_KMPH ASC    LIMIT 5) AS bottom_agents;</a:t>
            </a:r>
            <a:endParaRPr lang="en-IN" dirty="0"/>
          </a:p>
        </p:txBody>
      </p:sp>
    </p:spTree>
    <p:extLst>
      <p:ext uri="{BB962C8B-B14F-4D97-AF65-F5344CB8AC3E}">
        <p14:creationId xmlns:p14="http://schemas.microsoft.com/office/powerpoint/2010/main" val="9054846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88D14-ED97-867A-F8DB-CBE038346B52}"/>
              </a:ext>
            </a:extLst>
          </p:cNvPr>
          <p:cNvSpPr>
            <a:spLocks noGrp="1"/>
          </p:cNvSpPr>
          <p:nvPr>
            <p:ph type="title"/>
          </p:nvPr>
        </p:nvSpPr>
        <p:spPr>
          <a:xfrm>
            <a:off x="1415043" y="1"/>
            <a:ext cx="16050055" cy="1652057"/>
          </a:xfrm>
        </p:spPr>
        <p:txBody>
          <a:bodyPr>
            <a:normAutofit fontScale="90000"/>
          </a:bodyPr>
          <a:lstStyle/>
          <a:p>
            <a:br>
              <a:rPr lang="en-IN" dirty="0"/>
            </a:br>
            <a:br>
              <a:rPr lang="en-IN" dirty="0"/>
            </a:br>
            <a:br>
              <a:rPr lang="en-IN" dirty="0"/>
            </a:br>
            <a:r>
              <a:rPr lang="en-IN" b="1" dirty="0"/>
              <a:t>Shipment Tracking Analytics </a:t>
            </a:r>
            <a:br>
              <a:rPr lang="en-US" dirty="0"/>
            </a:br>
            <a:endParaRPr lang="en-IN" dirty="0"/>
          </a:p>
        </p:txBody>
      </p:sp>
      <p:sp>
        <p:nvSpPr>
          <p:cNvPr id="3" name="Content Placeholder 2">
            <a:extLst>
              <a:ext uri="{FF2B5EF4-FFF2-40B4-BE49-F238E27FC236}">
                <a16:creationId xmlns:a16="http://schemas.microsoft.com/office/drawing/2014/main" id="{48420ADF-037F-5644-8DB0-9B8028D5CBB9}"/>
              </a:ext>
            </a:extLst>
          </p:cNvPr>
          <p:cNvSpPr>
            <a:spLocks noGrp="1"/>
          </p:cNvSpPr>
          <p:nvPr>
            <p:ph idx="1"/>
          </p:nvPr>
        </p:nvSpPr>
        <p:spPr>
          <a:xfrm>
            <a:off x="0" y="2606040"/>
            <a:ext cx="12237720" cy="7763256"/>
          </a:xfrm>
        </p:spPr>
        <p:txBody>
          <a:bodyPr>
            <a:normAutofit fontScale="25000" lnSpcReduction="20000"/>
          </a:bodyPr>
          <a:lstStyle/>
          <a:p>
            <a:pPr marL="0" indent="0">
              <a:buNone/>
            </a:pPr>
            <a:endParaRPr lang="en-US" sz="4000" dirty="0"/>
          </a:p>
          <a:p>
            <a:r>
              <a:rPr lang="en-US" sz="8000" dirty="0"/>
              <a:t>For each order, list the last checkpoint and time.</a:t>
            </a:r>
          </a:p>
          <a:p>
            <a:pPr marL="0" indent="0">
              <a:buNone/>
            </a:pPr>
            <a:r>
              <a:rPr lang="en-US" sz="9600" cap="none" dirty="0"/>
              <a:t>It shows the final checkpoint and the exact time it was last scanned, making it easy to follow where every shipment currently stands. Overall, the data feels organized and helps quickly identify orders that may need attention or follow-up.</a:t>
            </a:r>
          </a:p>
          <a:p>
            <a:r>
              <a:rPr lang="en-US" sz="8000" dirty="0"/>
              <a:t>Find the most common delay reasons (excluding None).</a:t>
            </a:r>
          </a:p>
          <a:p>
            <a:pPr marL="0" indent="0">
              <a:buNone/>
            </a:pPr>
            <a:r>
              <a:rPr lang="en-US" sz="9600" cap="none" dirty="0"/>
              <a:t>Traffic is clearly the biggest cause of delays, showing up far more often than anything else. Average processing delays also show up frequently, meaning some internal steps might be slowing things down. Weather and technical issues happen less often, but they still contribute to delays. Focusing on reducing traffic-related and process delays could significantly improve overall delivery performance.</a:t>
            </a:r>
          </a:p>
          <a:p>
            <a:r>
              <a:rPr lang="en-US" sz="8000" dirty="0"/>
              <a:t>Identify orders with &gt;2 delayed checkpoints</a:t>
            </a:r>
          </a:p>
          <a:p>
            <a:pPr marL="0" indent="0">
              <a:buNone/>
            </a:pPr>
            <a:r>
              <a:rPr lang="en-US" sz="9600" cap="none" dirty="0"/>
              <a:t>A large number of orders are hitting more than two delayed checkpoints, which shows consistent bottlenecks in the delivery process. Some orders even have 7–9 delays, meaning they’re getting held up multiple times along the route. These repeated delays could impact customer satisfaction and delivery promises. We have to  focusing on identifying where these delays happen can help streamline the process and improve delivery speed.</a:t>
            </a:r>
          </a:p>
          <a:p>
            <a:endParaRPr lang="en-IN" dirty="0"/>
          </a:p>
        </p:txBody>
      </p:sp>
      <mc:AlternateContent xmlns:mc="http://schemas.openxmlformats.org/markup-compatibility/2006" xmlns:cx1="http://schemas.microsoft.com/office/drawing/2015/9/8/chartex">
        <mc:Choice Requires="cx1">
          <p:graphicFrame>
            <p:nvGraphicFramePr>
              <p:cNvPr id="4" name="Chart 3">
                <a:extLst>
                  <a:ext uri="{FF2B5EF4-FFF2-40B4-BE49-F238E27FC236}">
                    <a16:creationId xmlns:a16="http://schemas.microsoft.com/office/drawing/2014/main" id="{BB567055-58BD-66CD-9D21-9C74EA719BF3}"/>
                  </a:ext>
                </a:extLst>
              </p:cNvPr>
              <p:cNvGraphicFramePr/>
              <p:nvPr>
                <p:extLst>
                  <p:ext uri="{D42A27DB-BD31-4B8C-83A1-F6EECF244321}">
                    <p14:modId xmlns:p14="http://schemas.microsoft.com/office/powerpoint/2010/main" val="2955367832"/>
                  </p:ext>
                </p:extLst>
              </p:nvPr>
            </p:nvGraphicFramePr>
            <p:xfrm>
              <a:off x="13892371" y="2350663"/>
              <a:ext cx="4706938" cy="2386542"/>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hart 3">
                <a:extLst>
                  <a:ext uri="{FF2B5EF4-FFF2-40B4-BE49-F238E27FC236}">
                    <a16:creationId xmlns:a16="http://schemas.microsoft.com/office/drawing/2014/main" id="{BB567055-58BD-66CD-9D21-9C74EA719BF3}"/>
                  </a:ext>
                </a:extLst>
              </p:cNvPr>
              <p:cNvPicPr>
                <a:picLocks noGrp="1" noRot="1" noChangeAspect="1" noMove="1" noResize="1" noEditPoints="1" noAdjustHandles="1" noChangeArrowheads="1" noChangeShapeType="1"/>
              </p:cNvPicPr>
              <p:nvPr/>
            </p:nvPicPr>
            <p:blipFill>
              <a:blip r:embed="rId3"/>
              <a:stretch>
                <a:fillRect/>
              </a:stretch>
            </p:blipFill>
            <p:spPr>
              <a:xfrm>
                <a:off x="13892371" y="2350663"/>
                <a:ext cx="4706938" cy="2386542"/>
              </a:xfrm>
              <a:prstGeom prst="rect">
                <a:avLst/>
              </a:prstGeom>
            </p:spPr>
          </p:pic>
        </mc:Fallback>
      </mc:AlternateContent>
      <p:graphicFrame>
        <p:nvGraphicFramePr>
          <p:cNvPr id="5" name="Chart 4">
            <a:extLst>
              <a:ext uri="{FF2B5EF4-FFF2-40B4-BE49-F238E27FC236}">
                <a16:creationId xmlns:a16="http://schemas.microsoft.com/office/drawing/2014/main" id="{76AC8FE5-DD0A-910B-EC48-BD6BA0B9A2E7}"/>
              </a:ext>
            </a:extLst>
          </p:cNvPr>
          <p:cNvGraphicFramePr>
            <a:graphicFrameLocks/>
          </p:cNvGraphicFramePr>
          <p:nvPr>
            <p:extLst>
              <p:ext uri="{D42A27DB-BD31-4B8C-83A1-F6EECF244321}">
                <p14:modId xmlns:p14="http://schemas.microsoft.com/office/powerpoint/2010/main" val="2509220906"/>
              </p:ext>
            </p:extLst>
          </p:nvPr>
        </p:nvGraphicFramePr>
        <p:xfrm>
          <a:off x="14027309" y="4908179"/>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DBACD4F9-80B9-EB4E-206D-CF01BAC7BAC8}"/>
              </a:ext>
            </a:extLst>
          </p:cNvPr>
          <p:cNvGraphicFramePr>
            <a:graphicFrameLocks/>
          </p:cNvGraphicFramePr>
          <p:nvPr>
            <p:extLst>
              <p:ext uri="{D42A27DB-BD31-4B8C-83A1-F6EECF244321}">
                <p14:modId xmlns:p14="http://schemas.microsoft.com/office/powerpoint/2010/main" val="3383829386"/>
              </p:ext>
            </p:extLst>
          </p:nvPr>
        </p:nvGraphicFramePr>
        <p:xfrm>
          <a:off x="14027309" y="7822353"/>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91952659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D318E1-F143-3AF7-2DEC-160371C7DDF0}"/>
              </a:ext>
            </a:extLst>
          </p:cNvPr>
          <p:cNvSpPr txBox="1"/>
          <p:nvPr/>
        </p:nvSpPr>
        <p:spPr>
          <a:xfrm>
            <a:off x="178751" y="558062"/>
            <a:ext cx="3954337" cy="830997"/>
          </a:xfrm>
          <a:prstGeom prst="rect">
            <a:avLst/>
          </a:prstGeom>
          <a:noFill/>
        </p:spPr>
        <p:txBody>
          <a:bodyPr wrap="square">
            <a:spAutoFit/>
          </a:bodyPr>
          <a:lstStyle/>
          <a:p>
            <a:r>
              <a:rPr lang="en-US" sz="2400" dirty="0"/>
              <a:t>For each order, list the last checkpoint and time.</a:t>
            </a:r>
            <a:endParaRPr lang="en-IN" sz="2400" dirty="0"/>
          </a:p>
        </p:txBody>
      </p:sp>
      <p:sp>
        <p:nvSpPr>
          <p:cNvPr id="5" name="TextBox 4">
            <a:extLst>
              <a:ext uri="{FF2B5EF4-FFF2-40B4-BE49-F238E27FC236}">
                <a16:creationId xmlns:a16="http://schemas.microsoft.com/office/drawing/2014/main" id="{85B5AACE-C947-2154-AF3E-724D12F984DE}"/>
              </a:ext>
            </a:extLst>
          </p:cNvPr>
          <p:cNvSpPr txBox="1"/>
          <p:nvPr/>
        </p:nvSpPr>
        <p:spPr>
          <a:xfrm>
            <a:off x="6729984" y="685249"/>
            <a:ext cx="3712464" cy="830997"/>
          </a:xfrm>
          <a:prstGeom prst="rect">
            <a:avLst/>
          </a:prstGeom>
          <a:noFill/>
        </p:spPr>
        <p:txBody>
          <a:bodyPr wrap="square">
            <a:spAutoFit/>
          </a:bodyPr>
          <a:lstStyle/>
          <a:p>
            <a:r>
              <a:rPr lang="en-US" sz="2400" dirty="0"/>
              <a:t>Find the most common delay reasons (excluding None).</a:t>
            </a:r>
            <a:endParaRPr lang="en-IN" sz="2400" dirty="0"/>
          </a:p>
        </p:txBody>
      </p:sp>
      <p:sp>
        <p:nvSpPr>
          <p:cNvPr id="6" name="TextBox 5">
            <a:extLst>
              <a:ext uri="{FF2B5EF4-FFF2-40B4-BE49-F238E27FC236}">
                <a16:creationId xmlns:a16="http://schemas.microsoft.com/office/drawing/2014/main" id="{9505E1B6-DD89-1DE5-A554-B98FF79166FA}"/>
              </a:ext>
            </a:extLst>
          </p:cNvPr>
          <p:cNvSpPr txBox="1"/>
          <p:nvPr/>
        </p:nvSpPr>
        <p:spPr>
          <a:xfrm>
            <a:off x="13983083" y="731414"/>
            <a:ext cx="3372229" cy="830997"/>
          </a:xfrm>
          <a:prstGeom prst="rect">
            <a:avLst/>
          </a:prstGeom>
          <a:noFill/>
        </p:spPr>
        <p:txBody>
          <a:bodyPr wrap="square">
            <a:spAutoFit/>
          </a:bodyPr>
          <a:lstStyle/>
          <a:p>
            <a:r>
              <a:rPr lang="en-US" sz="2400" dirty="0"/>
              <a:t>Identify orders with &gt;2 delayed checkpoints</a:t>
            </a:r>
            <a:endParaRPr lang="en-IN" sz="2400" dirty="0"/>
          </a:p>
        </p:txBody>
      </p:sp>
      <p:pic>
        <p:nvPicPr>
          <p:cNvPr id="8" name="Picture 7">
            <a:extLst>
              <a:ext uri="{FF2B5EF4-FFF2-40B4-BE49-F238E27FC236}">
                <a16:creationId xmlns:a16="http://schemas.microsoft.com/office/drawing/2014/main" id="{7FFCFC12-1001-7888-CF7C-B121F3B82E1A}"/>
              </a:ext>
            </a:extLst>
          </p:cNvPr>
          <p:cNvPicPr>
            <a:picLocks noChangeAspect="1"/>
          </p:cNvPicPr>
          <p:nvPr/>
        </p:nvPicPr>
        <p:blipFill>
          <a:blip r:embed="rId2"/>
          <a:stretch>
            <a:fillRect/>
          </a:stretch>
        </p:blipFill>
        <p:spPr>
          <a:xfrm>
            <a:off x="178751" y="2019844"/>
            <a:ext cx="4077269" cy="5849166"/>
          </a:xfrm>
          <a:prstGeom prst="rect">
            <a:avLst/>
          </a:prstGeom>
        </p:spPr>
      </p:pic>
      <p:pic>
        <p:nvPicPr>
          <p:cNvPr id="10" name="Picture 9">
            <a:extLst>
              <a:ext uri="{FF2B5EF4-FFF2-40B4-BE49-F238E27FC236}">
                <a16:creationId xmlns:a16="http://schemas.microsoft.com/office/drawing/2014/main" id="{5398B81F-6140-FEF4-36E4-4412B7386D2C}"/>
              </a:ext>
            </a:extLst>
          </p:cNvPr>
          <p:cNvPicPr>
            <a:picLocks noChangeAspect="1"/>
          </p:cNvPicPr>
          <p:nvPr/>
        </p:nvPicPr>
        <p:blipFill>
          <a:blip r:embed="rId3"/>
          <a:stretch>
            <a:fillRect/>
          </a:stretch>
        </p:blipFill>
        <p:spPr>
          <a:xfrm>
            <a:off x="6729984" y="2224740"/>
            <a:ext cx="3841200" cy="3334812"/>
          </a:xfrm>
          <a:prstGeom prst="rect">
            <a:avLst/>
          </a:prstGeom>
        </p:spPr>
      </p:pic>
      <p:pic>
        <p:nvPicPr>
          <p:cNvPr id="12" name="Picture 11">
            <a:extLst>
              <a:ext uri="{FF2B5EF4-FFF2-40B4-BE49-F238E27FC236}">
                <a16:creationId xmlns:a16="http://schemas.microsoft.com/office/drawing/2014/main" id="{082AFCBC-23CD-E83D-B1D7-8E05123E76A6}"/>
              </a:ext>
            </a:extLst>
          </p:cNvPr>
          <p:cNvPicPr>
            <a:picLocks noChangeAspect="1"/>
          </p:cNvPicPr>
          <p:nvPr/>
        </p:nvPicPr>
        <p:blipFill>
          <a:blip r:embed="rId4"/>
          <a:stretch>
            <a:fillRect/>
          </a:stretch>
        </p:blipFill>
        <p:spPr>
          <a:xfrm>
            <a:off x="13983083" y="2019844"/>
            <a:ext cx="3086531" cy="5763429"/>
          </a:xfrm>
          <a:prstGeom prst="rect">
            <a:avLst/>
          </a:prstGeom>
        </p:spPr>
      </p:pic>
    </p:spTree>
    <p:extLst>
      <p:ext uri="{BB962C8B-B14F-4D97-AF65-F5344CB8AC3E}">
        <p14:creationId xmlns:p14="http://schemas.microsoft.com/office/powerpoint/2010/main" val="129567526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A27608-E917-43CA-5F7E-A34E0DC412A6}"/>
              </a:ext>
            </a:extLst>
          </p:cNvPr>
          <p:cNvSpPr txBox="1"/>
          <p:nvPr/>
        </p:nvSpPr>
        <p:spPr>
          <a:xfrm>
            <a:off x="178751" y="558062"/>
            <a:ext cx="3954337" cy="830997"/>
          </a:xfrm>
          <a:prstGeom prst="rect">
            <a:avLst/>
          </a:prstGeom>
          <a:noFill/>
        </p:spPr>
        <p:txBody>
          <a:bodyPr wrap="square">
            <a:spAutoFit/>
          </a:bodyPr>
          <a:lstStyle/>
          <a:p>
            <a:r>
              <a:rPr lang="en-US" sz="2400" dirty="0"/>
              <a:t>For each order, list the last checkpoint and time.</a:t>
            </a:r>
            <a:endParaRPr lang="en-IN" sz="2400" dirty="0"/>
          </a:p>
        </p:txBody>
      </p:sp>
      <p:sp>
        <p:nvSpPr>
          <p:cNvPr id="6" name="Rectangle: Rounded Corners 5">
            <a:extLst>
              <a:ext uri="{FF2B5EF4-FFF2-40B4-BE49-F238E27FC236}">
                <a16:creationId xmlns:a16="http://schemas.microsoft.com/office/drawing/2014/main" id="{9DF3D776-E1A7-6CD1-F995-E9066ADCC970}"/>
              </a:ext>
            </a:extLst>
          </p:cNvPr>
          <p:cNvSpPr/>
          <p:nvPr/>
        </p:nvSpPr>
        <p:spPr>
          <a:xfrm>
            <a:off x="178751" y="1737360"/>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Tracking_ID</a:t>
            </a:r>
            <a:r>
              <a:rPr lang="en-US" dirty="0"/>
              <a:t>, Order_ID, </a:t>
            </a:r>
            <a:r>
              <a:rPr lang="en-US" dirty="0" err="1"/>
              <a:t>Checkpoint_Time</a:t>
            </a:r>
            <a:r>
              <a:rPr lang="en-US" dirty="0"/>
              <a:t> as </a:t>
            </a:r>
            <a:r>
              <a:rPr lang="en-US" dirty="0" err="1"/>
              <a:t>Last_Checkpoint_Time</a:t>
            </a:r>
            <a:r>
              <a:rPr lang="en-US" dirty="0"/>
              <a:t> from shipment;</a:t>
            </a:r>
            <a:endParaRPr lang="en-IN" dirty="0"/>
          </a:p>
        </p:txBody>
      </p:sp>
      <p:sp>
        <p:nvSpPr>
          <p:cNvPr id="7" name="Rectangle: Rounded Corners 6">
            <a:extLst>
              <a:ext uri="{FF2B5EF4-FFF2-40B4-BE49-F238E27FC236}">
                <a16:creationId xmlns:a16="http://schemas.microsoft.com/office/drawing/2014/main" id="{7B0C27D8-775E-191D-0955-72D0E81EFA81}"/>
              </a:ext>
            </a:extLst>
          </p:cNvPr>
          <p:cNvSpPr/>
          <p:nvPr/>
        </p:nvSpPr>
        <p:spPr>
          <a:xfrm>
            <a:off x="6583680" y="1737360"/>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Delay_Reason</a:t>
            </a:r>
            <a:r>
              <a:rPr lang="en-US" dirty="0"/>
              <a:t>,  COUNT(*) AS </a:t>
            </a:r>
            <a:r>
              <a:rPr lang="en-US" dirty="0" err="1"/>
              <a:t>Count_Delay_Reason</a:t>
            </a:r>
            <a:r>
              <a:rPr lang="en-US" dirty="0"/>
              <a:t>,  RANK() OVER (ORDER BY COUNT(*) DESC) AS '</a:t>
            </a:r>
            <a:r>
              <a:rPr lang="en-US" dirty="0" err="1"/>
              <a:t>Rank'FROM</a:t>
            </a:r>
            <a:r>
              <a:rPr lang="en-US" dirty="0"/>
              <a:t> </a:t>
            </a:r>
            <a:r>
              <a:rPr lang="en-US" dirty="0" err="1"/>
              <a:t>shipmentGROUP</a:t>
            </a:r>
            <a:r>
              <a:rPr lang="en-US" dirty="0"/>
              <a:t> BY </a:t>
            </a:r>
            <a:r>
              <a:rPr lang="en-US" dirty="0" err="1"/>
              <a:t>Delay_Reason</a:t>
            </a:r>
            <a:r>
              <a:rPr lang="en-US" dirty="0"/>
              <a:t>;</a:t>
            </a:r>
            <a:endParaRPr lang="en-IN" dirty="0"/>
          </a:p>
        </p:txBody>
      </p:sp>
      <p:sp>
        <p:nvSpPr>
          <p:cNvPr id="8" name="Rectangle: Rounded Corners 7">
            <a:extLst>
              <a:ext uri="{FF2B5EF4-FFF2-40B4-BE49-F238E27FC236}">
                <a16:creationId xmlns:a16="http://schemas.microsoft.com/office/drawing/2014/main" id="{BF00DD9B-0D35-8061-8B36-807751187140}"/>
              </a:ext>
            </a:extLst>
          </p:cNvPr>
          <p:cNvSpPr/>
          <p:nvPr/>
        </p:nvSpPr>
        <p:spPr>
          <a:xfrm>
            <a:off x="13423392" y="1737360"/>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Order_ID,  COUNT(</a:t>
            </a:r>
            <a:r>
              <a:rPr lang="en-US" dirty="0" err="1"/>
              <a:t>Tracking_ID</a:t>
            </a:r>
            <a:r>
              <a:rPr lang="en-US" dirty="0"/>
              <a:t>) AS </a:t>
            </a:r>
            <a:r>
              <a:rPr lang="en-US" dirty="0" err="1"/>
              <a:t>delayed_checkpointsFROM</a:t>
            </a:r>
            <a:r>
              <a:rPr lang="en-US" dirty="0"/>
              <a:t> </a:t>
            </a:r>
            <a:r>
              <a:rPr lang="en-US" dirty="0" err="1"/>
              <a:t>shipmentWHERE</a:t>
            </a:r>
            <a:r>
              <a:rPr lang="en-US" dirty="0"/>
              <a:t> </a:t>
            </a:r>
            <a:r>
              <a:rPr lang="en-US" dirty="0" err="1"/>
              <a:t>Delay_Minutes</a:t>
            </a:r>
            <a:r>
              <a:rPr lang="en-US" dirty="0"/>
              <a:t> &gt; 0GROUP BY </a:t>
            </a:r>
            <a:r>
              <a:rPr lang="en-US" dirty="0" err="1"/>
              <a:t>Order_IDHAVING</a:t>
            </a:r>
            <a:r>
              <a:rPr lang="en-US" dirty="0"/>
              <a:t> COUNT(</a:t>
            </a:r>
            <a:r>
              <a:rPr lang="en-US" dirty="0" err="1"/>
              <a:t>Tracking_ID</a:t>
            </a:r>
            <a:r>
              <a:rPr lang="en-US" dirty="0"/>
              <a:t>) &gt; 2;</a:t>
            </a:r>
            <a:endParaRPr lang="en-IN" dirty="0"/>
          </a:p>
        </p:txBody>
      </p:sp>
      <p:sp>
        <p:nvSpPr>
          <p:cNvPr id="10" name="TextBox 9">
            <a:extLst>
              <a:ext uri="{FF2B5EF4-FFF2-40B4-BE49-F238E27FC236}">
                <a16:creationId xmlns:a16="http://schemas.microsoft.com/office/drawing/2014/main" id="{6BB61C57-2750-4D60-215E-62BDDF961C25}"/>
              </a:ext>
            </a:extLst>
          </p:cNvPr>
          <p:cNvSpPr txBox="1"/>
          <p:nvPr/>
        </p:nvSpPr>
        <p:spPr>
          <a:xfrm>
            <a:off x="6729984" y="685249"/>
            <a:ext cx="3712464" cy="830997"/>
          </a:xfrm>
          <a:prstGeom prst="rect">
            <a:avLst/>
          </a:prstGeom>
          <a:noFill/>
        </p:spPr>
        <p:txBody>
          <a:bodyPr wrap="square">
            <a:spAutoFit/>
          </a:bodyPr>
          <a:lstStyle/>
          <a:p>
            <a:r>
              <a:rPr lang="en-US" sz="2400" dirty="0"/>
              <a:t>Find the most common delay reasons (excluding None).</a:t>
            </a:r>
            <a:endParaRPr lang="en-IN" sz="2400" dirty="0"/>
          </a:p>
        </p:txBody>
      </p:sp>
      <p:sp>
        <p:nvSpPr>
          <p:cNvPr id="12" name="TextBox 11">
            <a:extLst>
              <a:ext uri="{FF2B5EF4-FFF2-40B4-BE49-F238E27FC236}">
                <a16:creationId xmlns:a16="http://schemas.microsoft.com/office/drawing/2014/main" id="{8B1C1A7B-188D-BFD3-EB4F-5D1E2AD7829F}"/>
              </a:ext>
            </a:extLst>
          </p:cNvPr>
          <p:cNvSpPr txBox="1"/>
          <p:nvPr/>
        </p:nvSpPr>
        <p:spPr>
          <a:xfrm>
            <a:off x="13983083" y="731414"/>
            <a:ext cx="3372229" cy="830997"/>
          </a:xfrm>
          <a:prstGeom prst="rect">
            <a:avLst/>
          </a:prstGeom>
          <a:noFill/>
        </p:spPr>
        <p:txBody>
          <a:bodyPr wrap="square">
            <a:spAutoFit/>
          </a:bodyPr>
          <a:lstStyle/>
          <a:p>
            <a:r>
              <a:rPr lang="en-US" sz="2400" dirty="0"/>
              <a:t>Identify orders with &gt;2 delayed checkpoints</a:t>
            </a:r>
            <a:endParaRPr lang="en-IN" sz="2400" dirty="0"/>
          </a:p>
        </p:txBody>
      </p:sp>
    </p:spTree>
    <p:extLst>
      <p:ext uri="{BB962C8B-B14F-4D97-AF65-F5344CB8AC3E}">
        <p14:creationId xmlns:p14="http://schemas.microsoft.com/office/powerpoint/2010/main" val="57718021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568FF-485B-3628-4732-F0DC4CDE934D}"/>
              </a:ext>
            </a:extLst>
          </p:cNvPr>
          <p:cNvSpPr>
            <a:spLocks noGrp="1"/>
          </p:cNvSpPr>
          <p:nvPr>
            <p:ph type="title"/>
          </p:nvPr>
        </p:nvSpPr>
        <p:spPr>
          <a:xfrm>
            <a:off x="1415043" y="182881"/>
            <a:ext cx="16050055" cy="2029967"/>
          </a:xfrm>
        </p:spPr>
        <p:txBody>
          <a:bodyPr>
            <a:normAutofit/>
          </a:bodyPr>
          <a:lstStyle/>
          <a:p>
            <a:br>
              <a:rPr lang="en-IN" dirty="0"/>
            </a:br>
            <a:r>
              <a:rPr lang="en-IN" b="1" dirty="0"/>
              <a:t>Advanced KPI Reporting </a:t>
            </a:r>
            <a:endParaRPr lang="en-IN" dirty="0"/>
          </a:p>
        </p:txBody>
      </p:sp>
      <p:sp>
        <p:nvSpPr>
          <p:cNvPr id="5" name="TextBox 4">
            <a:extLst>
              <a:ext uri="{FF2B5EF4-FFF2-40B4-BE49-F238E27FC236}">
                <a16:creationId xmlns:a16="http://schemas.microsoft.com/office/drawing/2014/main" id="{ABA49F1C-6458-4059-CDDE-FC4CC5EB07F0}"/>
              </a:ext>
            </a:extLst>
          </p:cNvPr>
          <p:cNvSpPr txBox="1"/>
          <p:nvPr/>
        </p:nvSpPr>
        <p:spPr>
          <a:xfrm>
            <a:off x="164592" y="1938527"/>
            <a:ext cx="11067288" cy="8681847"/>
          </a:xfrm>
          <a:prstGeom prst="rect">
            <a:avLst/>
          </a:prstGeom>
          <a:noFill/>
        </p:spPr>
        <p:txBody>
          <a:bodyPr wrap="square">
            <a:normAutofit/>
          </a:bodyPr>
          <a:lstStyle/>
          <a:p>
            <a:r>
              <a:rPr lang="en-IN" dirty="0"/>
              <a: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Calculate KPIs using SQL queries:</a:t>
            </a:r>
          </a:p>
          <a:p>
            <a:endParaRPr lang="en-IN" dirty="0"/>
          </a:p>
          <a:p>
            <a:endParaRPr lang="en-IN" dirty="0"/>
          </a:p>
          <a:p>
            <a:pPr marL="285750" indent="-285750">
              <a:buFont typeface="Arial" panose="020B0604020202020204" pitchFamily="34" charset="0"/>
              <a:buChar char="•"/>
            </a:pPr>
            <a:r>
              <a:rPr lang="en-IN" dirty="0"/>
              <a:t>Average Delivery Delay per Region (</a:t>
            </a:r>
            <a:r>
              <a:rPr lang="en-IN" dirty="0" err="1"/>
              <a:t>Start_Location</a:t>
            </a:r>
            <a:r>
              <a:rPr lang="en-IN" dirty="0"/>
              <a:t>).</a:t>
            </a:r>
          </a:p>
          <a:p>
            <a:endParaRPr lang="en-IN" dirty="0"/>
          </a:p>
          <a:p>
            <a:r>
              <a:rPr lang="en-IN" dirty="0"/>
              <a:t>Bengaluru and Mumbai show some of the highest average delivery delays, which suggests heavy congestion or operational slowdowns in those regions. </a:t>
            </a:r>
          </a:p>
          <a:p>
            <a:r>
              <a:rPr lang="en-IN" dirty="0"/>
              <a:t>Hyderabad also appears to be a frequent source of delays, especially on routes like Hyderabad to Jaipur. </a:t>
            </a:r>
          </a:p>
          <a:p>
            <a:r>
              <a:rPr lang="en-IN" dirty="0"/>
              <a:t>A few routes, like Lucknow to Bengaluru and Ahmedabad to Mumbai, perform slightly better but still have long delays.</a:t>
            </a:r>
          </a:p>
          <a:p>
            <a:endParaRPr lang="en-IN" dirty="0"/>
          </a:p>
          <a:p>
            <a:pPr marL="285750" indent="-285750">
              <a:buFont typeface="Arial" panose="020B0604020202020204" pitchFamily="34" charset="0"/>
              <a:buChar char="•"/>
            </a:pPr>
            <a:r>
              <a:rPr lang="en-IN" dirty="0"/>
              <a:t>On-Time Delivery % = (Total On-Time Deliveries / Total Deliveries) * 100.</a:t>
            </a:r>
          </a:p>
          <a:p>
            <a:r>
              <a:rPr lang="en-IN" dirty="0"/>
              <a:t>The on-time delivery rate of around 72.7% is decent, but there’s still room to improve. With a few tweaks to the process, deliveries could be more consistent and reliable.</a:t>
            </a:r>
          </a:p>
          <a:p>
            <a:endParaRPr lang="en-IN" dirty="0"/>
          </a:p>
          <a:p>
            <a:pPr marL="285750" indent="-285750">
              <a:buFont typeface="Arial" panose="020B0604020202020204" pitchFamily="34" charset="0"/>
              <a:buChar char="•"/>
            </a:pPr>
            <a:r>
              <a:rPr lang="en-IN" dirty="0"/>
              <a:t>Average Traffic Delay per Route.</a:t>
            </a:r>
          </a:p>
          <a:p>
            <a:r>
              <a:rPr lang="en-IN" dirty="0"/>
              <a:t>Traffic delays vary a lot across routes, with some routes facing heavy congestion. RT_08, RT_15, and RT_09 have the highest delays, </a:t>
            </a:r>
          </a:p>
          <a:p>
            <a:r>
              <a:rPr lang="en-IN" dirty="0"/>
              <a:t>which could be slowing down overall delivery performance. On the other hand, routes like RT_06, RT_10, and RT_18 are running smoothly with</a:t>
            </a:r>
          </a:p>
          <a:p>
            <a:r>
              <a:rPr lang="en-IN" dirty="0"/>
              <a:t> very minimal delays. Focusing on the high-delay routes could significantly improve delivery speed and customer satisfaction.</a:t>
            </a:r>
          </a:p>
        </p:txBody>
      </p:sp>
      <p:graphicFrame>
        <p:nvGraphicFramePr>
          <p:cNvPr id="4" name="Chart 3">
            <a:extLst>
              <a:ext uri="{FF2B5EF4-FFF2-40B4-BE49-F238E27FC236}">
                <a16:creationId xmlns:a16="http://schemas.microsoft.com/office/drawing/2014/main" id="{630EADF6-377E-99FF-FC3C-69D98CDC73B0}"/>
              </a:ext>
            </a:extLst>
          </p:cNvPr>
          <p:cNvGraphicFramePr>
            <a:graphicFrameLocks/>
          </p:cNvGraphicFramePr>
          <p:nvPr>
            <p:extLst>
              <p:ext uri="{D42A27DB-BD31-4B8C-83A1-F6EECF244321}">
                <p14:modId xmlns:p14="http://schemas.microsoft.com/office/powerpoint/2010/main" val="2924960489"/>
              </p:ext>
            </p:extLst>
          </p:nvPr>
        </p:nvGraphicFramePr>
        <p:xfrm>
          <a:off x="13554869" y="209454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555FCEFE-ECC7-EBA1-C157-998ED6FF5E50}"/>
              </a:ext>
            </a:extLst>
          </p:cNvPr>
          <p:cNvGraphicFramePr>
            <a:graphicFrameLocks/>
          </p:cNvGraphicFramePr>
          <p:nvPr>
            <p:extLst>
              <p:ext uri="{D42A27DB-BD31-4B8C-83A1-F6EECF244321}">
                <p14:modId xmlns:p14="http://schemas.microsoft.com/office/powerpoint/2010/main" val="3275710107"/>
              </p:ext>
            </p:extLst>
          </p:nvPr>
        </p:nvGraphicFramePr>
        <p:xfrm>
          <a:off x="13554869" y="613609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30875398"/>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C2A378-ED7A-5960-0426-F11D13DCE1F3}"/>
              </a:ext>
            </a:extLst>
          </p:cNvPr>
          <p:cNvSpPr txBox="1"/>
          <p:nvPr/>
        </p:nvSpPr>
        <p:spPr>
          <a:xfrm>
            <a:off x="493776" y="793742"/>
            <a:ext cx="4700016" cy="830997"/>
          </a:xfrm>
          <a:prstGeom prst="rect">
            <a:avLst/>
          </a:prstGeom>
          <a:noFill/>
        </p:spPr>
        <p:txBody>
          <a:bodyPr wrap="square">
            <a:spAutoFit/>
          </a:bodyPr>
          <a:lstStyle/>
          <a:p>
            <a:r>
              <a:rPr lang="en-US" sz="2400" dirty="0"/>
              <a:t>Average Delivery Delay per Region (</a:t>
            </a:r>
            <a:r>
              <a:rPr lang="en-US" sz="2400" dirty="0" err="1"/>
              <a:t>Start_Location</a:t>
            </a:r>
            <a:r>
              <a:rPr lang="en-US" sz="2400" dirty="0"/>
              <a:t>). </a:t>
            </a:r>
            <a:endParaRPr lang="en-IN" dirty="0"/>
          </a:p>
        </p:txBody>
      </p:sp>
      <p:pic>
        <p:nvPicPr>
          <p:cNvPr id="7" name="Picture 6">
            <a:extLst>
              <a:ext uri="{FF2B5EF4-FFF2-40B4-BE49-F238E27FC236}">
                <a16:creationId xmlns:a16="http://schemas.microsoft.com/office/drawing/2014/main" id="{176CC75D-9658-71BF-81BC-13B7C05CE2C2}"/>
              </a:ext>
            </a:extLst>
          </p:cNvPr>
          <p:cNvPicPr>
            <a:picLocks noChangeAspect="1"/>
          </p:cNvPicPr>
          <p:nvPr/>
        </p:nvPicPr>
        <p:blipFill>
          <a:blip r:embed="rId2"/>
          <a:stretch>
            <a:fillRect/>
          </a:stretch>
        </p:blipFill>
        <p:spPr>
          <a:xfrm>
            <a:off x="743228" y="2345810"/>
            <a:ext cx="4201111" cy="3286894"/>
          </a:xfrm>
          <a:prstGeom prst="rect">
            <a:avLst/>
          </a:prstGeom>
        </p:spPr>
      </p:pic>
      <p:sp>
        <p:nvSpPr>
          <p:cNvPr id="9" name="TextBox 8">
            <a:extLst>
              <a:ext uri="{FF2B5EF4-FFF2-40B4-BE49-F238E27FC236}">
                <a16:creationId xmlns:a16="http://schemas.microsoft.com/office/drawing/2014/main" id="{0936DED3-2452-9A90-630B-7F0995BED977}"/>
              </a:ext>
            </a:extLst>
          </p:cNvPr>
          <p:cNvSpPr txBox="1"/>
          <p:nvPr/>
        </p:nvSpPr>
        <p:spPr>
          <a:xfrm>
            <a:off x="7644384" y="793742"/>
            <a:ext cx="4059936" cy="1200329"/>
          </a:xfrm>
          <a:prstGeom prst="rect">
            <a:avLst/>
          </a:prstGeom>
          <a:noFill/>
        </p:spPr>
        <p:txBody>
          <a:bodyPr wrap="square">
            <a:spAutoFit/>
          </a:bodyPr>
          <a:lstStyle/>
          <a:p>
            <a:r>
              <a:rPr lang="en-US" sz="2400" dirty="0"/>
              <a:t>On-Time Delivery % = (Total On-Time Deliveries / Total Deliveries) * 100.</a:t>
            </a:r>
            <a:endParaRPr lang="en-IN" sz="2400" dirty="0"/>
          </a:p>
        </p:txBody>
      </p:sp>
      <p:pic>
        <p:nvPicPr>
          <p:cNvPr id="11" name="Picture 10">
            <a:extLst>
              <a:ext uri="{FF2B5EF4-FFF2-40B4-BE49-F238E27FC236}">
                <a16:creationId xmlns:a16="http://schemas.microsoft.com/office/drawing/2014/main" id="{F5CE8094-4D09-B22F-8776-B52A0467C703}"/>
              </a:ext>
            </a:extLst>
          </p:cNvPr>
          <p:cNvPicPr>
            <a:picLocks noChangeAspect="1"/>
          </p:cNvPicPr>
          <p:nvPr/>
        </p:nvPicPr>
        <p:blipFill>
          <a:blip r:embed="rId3"/>
          <a:stretch>
            <a:fillRect/>
          </a:stretch>
        </p:blipFill>
        <p:spPr>
          <a:xfrm>
            <a:off x="7833445" y="2345810"/>
            <a:ext cx="3681814" cy="2171326"/>
          </a:xfrm>
          <a:prstGeom prst="rect">
            <a:avLst/>
          </a:prstGeom>
        </p:spPr>
      </p:pic>
      <p:sp>
        <p:nvSpPr>
          <p:cNvPr id="13" name="TextBox 12">
            <a:extLst>
              <a:ext uri="{FF2B5EF4-FFF2-40B4-BE49-F238E27FC236}">
                <a16:creationId xmlns:a16="http://schemas.microsoft.com/office/drawing/2014/main" id="{00A7B7A6-6397-E278-FA46-A7973BC21AB2}"/>
              </a:ext>
            </a:extLst>
          </p:cNvPr>
          <p:cNvSpPr txBox="1"/>
          <p:nvPr/>
        </p:nvSpPr>
        <p:spPr>
          <a:xfrm>
            <a:off x="14758416" y="793741"/>
            <a:ext cx="2907792" cy="830997"/>
          </a:xfrm>
          <a:prstGeom prst="rect">
            <a:avLst/>
          </a:prstGeom>
          <a:noFill/>
        </p:spPr>
        <p:txBody>
          <a:bodyPr wrap="square">
            <a:spAutoFit/>
          </a:bodyPr>
          <a:lstStyle/>
          <a:p>
            <a:r>
              <a:rPr lang="en-IN" sz="2400" dirty="0"/>
              <a:t>Average Traffic Delay per Route.</a:t>
            </a:r>
          </a:p>
        </p:txBody>
      </p:sp>
      <p:pic>
        <p:nvPicPr>
          <p:cNvPr id="15" name="Picture 14">
            <a:extLst>
              <a:ext uri="{FF2B5EF4-FFF2-40B4-BE49-F238E27FC236}">
                <a16:creationId xmlns:a16="http://schemas.microsoft.com/office/drawing/2014/main" id="{2FA06F32-5106-6E71-BBA7-F62A0ED8A2A3}"/>
              </a:ext>
            </a:extLst>
          </p:cNvPr>
          <p:cNvPicPr>
            <a:picLocks noChangeAspect="1"/>
          </p:cNvPicPr>
          <p:nvPr/>
        </p:nvPicPr>
        <p:blipFill>
          <a:blip r:embed="rId4"/>
          <a:stretch>
            <a:fillRect/>
          </a:stretch>
        </p:blipFill>
        <p:spPr>
          <a:xfrm>
            <a:off x="14770204" y="1994071"/>
            <a:ext cx="2896004" cy="5468113"/>
          </a:xfrm>
          <a:prstGeom prst="rect">
            <a:avLst/>
          </a:prstGeom>
        </p:spPr>
      </p:pic>
    </p:spTree>
    <p:extLst>
      <p:ext uri="{BB962C8B-B14F-4D97-AF65-F5344CB8AC3E}">
        <p14:creationId xmlns:p14="http://schemas.microsoft.com/office/powerpoint/2010/main" val="2235233437"/>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3EACF1-5172-4940-7359-4E1575F554E9}"/>
              </a:ext>
            </a:extLst>
          </p:cNvPr>
          <p:cNvSpPr txBox="1"/>
          <p:nvPr/>
        </p:nvSpPr>
        <p:spPr>
          <a:xfrm>
            <a:off x="493776" y="793742"/>
            <a:ext cx="4700016" cy="830997"/>
          </a:xfrm>
          <a:prstGeom prst="rect">
            <a:avLst/>
          </a:prstGeom>
          <a:noFill/>
        </p:spPr>
        <p:txBody>
          <a:bodyPr wrap="square">
            <a:spAutoFit/>
          </a:bodyPr>
          <a:lstStyle/>
          <a:p>
            <a:r>
              <a:rPr lang="en-US" sz="2400" dirty="0"/>
              <a:t>Average Delivery Delay per Region (</a:t>
            </a:r>
            <a:r>
              <a:rPr lang="en-US" sz="2400" dirty="0" err="1"/>
              <a:t>Start_Location</a:t>
            </a:r>
            <a:r>
              <a:rPr lang="en-US" sz="2400" dirty="0"/>
              <a:t>). </a:t>
            </a:r>
            <a:endParaRPr lang="en-IN" dirty="0"/>
          </a:p>
        </p:txBody>
      </p:sp>
      <p:sp>
        <p:nvSpPr>
          <p:cNvPr id="5" name="TextBox 4">
            <a:extLst>
              <a:ext uri="{FF2B5EF4-FFF2-40B4-BE49-F238E27FC236}">
                <a16:creationId xmlns:a16="http://schemas.microsoft.com/office/drawing/2014/main" id="{C2380477-1418-2ECB-4E1F-E757A59E1976}"/>
              </a:ext>
            </a:extLst>
          </p:cNvPr>
          <p:cNvSpPr txBox="1"/>
          <p:nvPr/>
        </p:nvSpPr>
        <p:spPr>
          <a:xfrm>
            <a:off x="7644384" y="793742"/>
            <a:ext cx="4059936" cy="1200329"/>
          </a:xfrm>
          <a:prstGeom prst="rect">
            <a:avLst/>
          </a:prstGeom>
          <a:noFill/>
        </p:spPr>
        <p:txBody>
          <a:bodyPr wrap="square">
            <a:spAutoFit/>
          </a:bodyPr>
          <a:lstStyle/>
          <a:p>
            <a:r>
              <a:rPr lang="en-US" sz="2400" dirty="0"/>
              <a:t>On-Time Delivery % = (Total On-Time Deliveries / Total Deliveries) * 100.</a:t>
            </a:r>
            <a:endParaRPr lang="en-IN" sz="2400" dirty="0"/>
          </a:p>
        </p:txBody>
      </p:sp>
      <p:sp>
        <p:nvSpPr>
          <p:cNvPr id="6" name="TextBox 5">
            <a:extLst>
              <a:ext uri="{FF2B5EF4-FFF2-40B4-BE49-F238E27FC236}">
                <a16:creationId xmlns:a16="http://schemas.microsoft.com/office/drawing/2014/main" id="{F0AD8500-DF44-141E-9CA4-29CB7701507C}"/>
              </a:ext>
            </a:extLst>
          </p:cNvPr>
          <p:cNvSpPr txBox="1"/>
          <p:nvPr/>
        </p:nvSpPr>
        <p:spPr>
          <a:xfrm>
            <a:off x="14758416" y="793741"/>
            <a:ext cx="2907792" cy="830997"/>
          </a:xfrm>
          <a:prstGeom prst="rect">
            <a:avLst/>
          </a:prstGeom>
          <a:noFill/>
        </p:spPr>
        <p:txBody>
          <a:bodyPr wrap="square">
            <a:spAutoFit/>
          </a:bodyPr>
          <a:lstStyle/>
          <a:p>
            <a:r>
              <a:rPr lang="en-IN" sz="2400" dirty="0"/>
              <a:t>Average Traffic Delay per Route.</a:t>
            </a:r>
          </a:p>
        </p:txBody>
      </p:sp>
      <p:sp>
        <p:nvSpPr>
          <p:cNvPr id="7" name="Rectangle: Rounded Corners 6">
            <a:extLst>
              <a:ext uri="{FF2B5EF4-FFF2-40B4-BE49-F238E27FC236}">
                <a16:creationId xmlns:a16="http://schemas.microsoft.com/office/drawing/2014/main" id="{C5886A69-E534-B6A6-430A-B52D88F2AA60}"/>
              </a:ext>
            </a:extLst>
          </p:cNvPr>
          <p:cNvSpPr/>
          <p:nvPr/>
        </p:nvSpPr>
        <p:spPr>
          <a:xfrm>
            <a:off x="493776" y="2322576"/>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Start_Location,End_Location,round</a:t>
            </a:r>
            <a:r>
              <a:rPr lang="en-US" dirty="0"/>
              <a:t>(avg(</a:t>
            </a:r>
            <a:r>
              <a:rPr lang="en-US" dirty="0" err="1"/>
              <a:t>Traffic_Delay_Min+Average_Travel_Time_Min</a:t>
            </a:r>
            <a:r>
              <a:rPr lang="en-US" dirty="0"/>
              <a:t>),2) as '</a:t>
            </a:r>
            <a:r>
              <a:rPr lang="en-US" dirty="0" err="1"/>
              <a:t>Avrage_Delivery_Delay</a:t>
            </a:r>
            <a:r>
              <a:rPr lang="en-US" dirty="0"/>
              <a:t>' from routes group by </a:t>
            </a:r>
            <a:r>
              <a:rPr lang="en-US" dirty="0" err="1"/>
              <a:t>Start_Location,End_Location</a:t>
            </a:r>
            <a:r>
              <a:rPr lang="en-US" dirty="0"/>
              <a:t> ;</a:t>
            </a:r>
            <a:endParaRPr lang="en-IN" dirty="0"/>
          </a:p>
        </p:txBody>
      </p:sp>
      <p:sp>
        <p:nvSpPr>
          <p:cNvPr id="8" name="Rectangle: Rounded Corners 7">
            <a:extLst>
              <a:ext uri="{FF2B5EF4-FFF2-40B4-BE49-F238E27FC236}">
                <a16:creationId xmlns:a16="http://schemas.microsoft.com/office/drawing/2014/main" id="{34D37C68-F9AF-73E9-D03A-586F53F2CFCE}"/>
              </a:ext>
            </a:extLst>
          </p:cNvPr>
          <p:cNvSpPr/>
          <p:nvPr/>
        </p:nvSpPr>
        <p:spPr>
          <a:xfrm>
            <a:off x="7443216" y="2322576"/>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(SUM(CASE WHEN </a:t>
            </a:r>
            <a:r>
              <a:rPr lang="en-US" dirty="0" err="1"/>
              <a:t>Actual_Delivery_Date</a:t>
            </a:r>
            <a:r>
              <a:rPr lang="en-US" dirty="0"/>
              <a:t> &lt;= </a:t>
            </a:r>
            <a:r>
              <a:rPr lang="en-US" dirty="0" err="1"/>
              <a:t>Expected_Delivery_Date</a:t>
            </a:r>
            <a:r>
              <a:rPr lang="en-US" dirty="0"/>
              <a:t> THEN 1 ELSE 0 END) /    COUNT(Order_ID)) * 100 AS 'On Time Delivery </a:t>
            </a:r>
            <a:r>
              <a:rPr lang="en-US" dirty="0" err="1"/>
              <a:t>Percentage'FROM</a:t>
            </a:r>
            <a:r>
              <a:rPr lang="en-US" dirty="0"/>
              <a:t> orders;</a:t>
            </a:r>
            <a:endParaRPr lang="en-IN" dirty="0"/>
          </a:p>
        </p:txBody>
      </p:sp>
      <p:sp>
        <p:nvSpPr>
          <p:cNvPr id="9" name="Rectangle: Rounded Corners 8">
            <a:extLst>
              <a:ext uri="{FF2B5EF4-FFF2-40B4-BE49-F238E27FC236}">
                <a16:creationId xmlns:a16="http://schemas.microsoft.com/office/drawing/2014/main" id="{2C014F76-DA8C-3C49-504A-76FD90309C54}"/>
              </a:ext>
            </a:extLst>
          </p:cNvPr>
          <p:cNvSpPr/>
          <p:nvPr/>
        </p:nvSpPr>
        <p:spPr>
          <a:xfrm>
            <a:off x="14388527" y="2322576"/>
            <a:ext cx="4261104" cy="5047488"/>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select </a:t>
            </a:r>
            <a:r>
              <a:rPr lang="en-US" dirty="0" err="1"/>
              <a:t>Route_ID,round</a:t>
            </a:r>
            <a:r>
              <a:rPr lang="en-US" dirty="0"/>
              <a:t>(avg(</a:t>
            </a:r>
            <a:r>
              <a:rPr lang="en-US" dirty="0" err="1"/>
              <a:t>Traffic_Delay_Min</a:t>
            </a:r>
            <a:r>
              <a:rPr lang="en-US" dirty="0"/>
              <a:t>),2) as '</a:t>
            </a:r>
            <a:r>
              <a:rPr lang="en-US" dirty="0" err="1"/>
              <a:t>Average_Traffic_Delay</a:t>
            </a:r>
            <a:r>
              <a:rPr lang="en-US" dirty="0"/>
              <a:t>'  from routes group by </a:t>
            </a:r>
            <a:r>
              <a:rPr lang="en-US" dirty="0" err="1"/>
              <a:t>Route_ID</a:t>
            </a:r>
            <a:r>
              <a:rPr lang="en-US" dirty="0"/>
              <a:t>;</a:t>
            </a:r>
            <a:endParaRPr lang="en-IN" dirty="0"/>
          </a:p>
        </p:txBody>
      </p:sp>
    </p:spTree>
    <p:extLst>
      <p:ext uri="{BB962C8B-B14F-4D97-AF65-F5344CB8AC3E}">
        <p14:creationId xmlns:p14="http://schemas.microsoft.com/office/powerpoint/2010/main" val="371797454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71F0A-3A9A-F5DE-BFA7-45AD77809065}"/>
              </a:ext>
            </a:extLst>
          </p:cNvPr>
          <p:cNvSpPr>
            <a:spLocks noGrp="1"/>
          </p:cNvSpPr>
          <p:nvPr>
            <p:ph type="title"/>
          </p:nvPr>
        </p:nvSpPr>
        <p:spPr>
          <a:xfrm>
            <a:off x="1415043" y="957843"/>
            <a:ext cx="16050055" cy="8582397"/>
          </a:xfrm>
        </p:spPr>
        <p:txBody>
          <a:bodyPr>
            <a:normAutofit/>
          </a:bodyPr>
          <a:lstStyle/>
          <a:p>
            <a:r>
              <a:rPr lang="en-US" sz="19900" dirty="0"/>
              <a:t>THANK YOU</a:t>
            </a:r>
            <a:endParaRPr lang="en-IN" sz="19900" dirty="0"/>
          </a:p>
        </p:txBody>
      </p:sp>
    </p:spTree>
    <p:extLst>
      <p:ext uri="{BB962C8B-B14F-4D97-AF65-F5344CB8AC3E}">
        <p14:creationId xmlns:p14="http://schemas.microsoft.com/office/powerpoint/2010/main" val="18392004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B009BF0-09F0-85E2-219B-C8F8A4CEDB6E}"/>
              </a:ext>
            </a:extLst>
          </p:cNvPr>
          <p:cNvSpPr txBox="1"/>
          <p:nvPr/>
        </p:nvSpPr>
        <p:spPr>
          <a:xfrm>
            <a:off x="2728452" y="2315497"/>
            <a:ext cx="1112805" cy="646331"/>
          </a:xfrm>
          <a:prstGeom prst="rect">
            <a:avLst/>
          </a:prstGeom>
          <a:noFill/>
        </p:spPr>
        <p:txBody>
          <a:bodyPr wrap="none" rtlCol="0">
            <a:spAutoFit/>
          </a:bodyPr>
          <a:lstStyle/>
          <a:p>
            <a:endParaRPr lang="en-IN" dirty="0"/>
          </a:p>
          <a:p>
            <a:r>
              <a:rPr lang="en-IN" dirty="0"/>
              <a:t> VIDEO 1 </a:t>
            </a:r>
          </a:p>
        </p:txBody>
      </p:sp>
      <p:sp>
        <p:nvSpPr>
          <p:cNvPr id="8" name="TextBox 7">
            <a:extLst>
              <a:ext uri="{FF2B5EF4-FFF2-40B4-BE49-F238E27FC236}">
                <a16:creationId xmlns:a16="http://schemas.microsoft.com/office/drawing/2014/main" id="{C5A40E9C-5E6C-ADB4-48F8-188308CADDDD}"/>
              </a:ext>
            </a:extLst>
          </p:cNvPr>
          <p:cNvSpPr txBox="1"/>
          <p:nvPr/>
        </p:nvSpPr>
        <p:spPr>
          <a:xfrm>
            <a:off x="4720586" y="2315497"/>
            <a:ext cx="9438966" cy="707886"/>
          </a:xfrm>
          <a:prstGeom prst="rect">
            <a:avLst/>
          </a:prstGeom>
          <a:noFill/>
        </p:spPr>
        <p:txBody>
          <a:bodyPr wrap="square">
            <a:spAutoFit/>
          </a:bodyPr>
          <a:lstStyle/>
          <a:p>
            <a:pPr algn="l"/>
            <a:endParaRPr lang="en-IN" sz="2000" b="0" i="0" u="none" strike="noStrike" baseline="0" dirty="0">
              <a:latin typeface="Calibri" panose="020F0502020204030204" pitchFamily="34" charset="0"/>
            </a:endParaRPr>
          </a:p>
          <a:p>
            <a:r>
              <a:rPr lang="en-IN" sz="2000" b="0" i="0" u="none" strike="noStrike" baseline="0" dirty="0">
                <a:latin typeface="Calibri" panose="020F0502020204030204" pitchFamily="34" charset="0"/>
              </a:rPr>
              <a:t> </a:t>
            </a:r>
            <a:r>
              <a:rPr lang="en-IN" sz="1800" b="0" i="0" u="none" strike="noStrike" baseline="0" dirty="0">
                <a:latin typeface="Calibri" panose="020F0502020204030204" pitchFamily="34" charset="0"/>
              </a:rPr>
              <a:t>https://www.loom.com/share/3557192399f6430a97995605c3812428 </a:t>
            </a:r>
            <a:endParaRPr lang="en-IN" dirty="0"/>
          </a:p>
        </p:txBody>
      </p:sp>
      <p:sp>
        <p:nvSpPr>
          <p:cNvPr id="10" name="TextBox 9">
            <a:extLst>
              <a:ext uri="{FF2B5EF4-FFF2-40B4-BE49-F238E27FC236}">
                <a16:creationId xmlns:a16="http://schemas.microsoft.com/office/drawing/2014/main" id="{E3FC6B34-0138-5D4F-FF6E-3ED5E36B6EE6}"/>
              </a:ext>
            </a:extLst>
          </p:cNvPr>
          <p:cNvSpPr txBox="1"/>
          <p:nvPr/>
        </p:nvSpPr>
        <p:spPr>
          <a:xfrm>
            <a:off x="2875936" y="4175093"/>
            <a:ext cx="1268361" cy="646331"/>
          </a:xfrm>
          <a:prstGeom prst="rect">
            <a:avLst/>
          </a:prstGeom>
          <a:noFill/>
        </p:spPr>
        <p:txBody>
          <a:bodyPr wrap="square">
            <a:spAutoFit/>
          </a:bodyPr>
          <a:lstStyle/>
          <a:p>
            <a:pPr algn="l"/>
            <a:endParaRPr lang="en-IN" sz="1800" b="0" i="0" u="none" strike="noStrike" baseline="0" dirty="0"/>
          </a:p>
          <a:p>
            <a:r>
              <a:rPr lang="en-IN" sz="1800" b="0" i="0" u="none" strike="noStrike" baseline="0" dirty="0"/>
              <a:t> VIDEO 2 </a:t>
            </a:r>
            <a:endParaRPr lang="en-IN" dirty="0"/>
          </a:p>
        </p:txBody>
      </p:sp>
      <p:sp>
        <p:nvSpPr>
          <p:cNvPr id="12" name="TextBox 11">
            <a:extLst>
              <a:ext uri="{FF2B5EF4-FFF2-40B4-BE49-F238E27FC236}">
                <a16:creationId xmlns:a16="http://schemas.microsoft.com/office/drawing/2014/main" id="{2AD05E48-86D3-2CD0-6D46-6BEB59905F3F}"/>
              </a:ext>
            </a:extLst>
          </p:cNvPr>
          <p:cNvSpPr txBox="1"/>
          <p:nvPr/>
        </p:nvSpPr>
        <p:spPr>
          <a:xfrm>
            <a:off x="4720586" y="4113538"/>
            <a:ext cx="9438966" cy="707886"/>
          </a:xfrm>
          <a:prstGeom prst="rect">
            <a:avLst/>
          </a:prstGeom>
          <a:noFill/>
        </p:spPr>
        <p:txBody>
          <a:bodyPr wrap="square">
            <a:spAutoFit/>
          </a:bodyPr>
          <a:lstStyle/>
          <a:p>
            <a:pPr algn="l"/>
            <a:endParaRPr lang="en-IN" sz="2000" b="0" i="0" u="none" strike="noStrike" baseline="0" dirty="0">
              <a:latin typeface="Calibri" panose="020F0502020204030204" pitchFamily="34" charset="0"/>
            </a:endParaRPr>
          </a:p>
          <a:p>
            <a:r>
              <a:rPr lang="en-IN" sz="2000" b="0" i="0" u="none" strike="noStrike" baseline="0" dirty="0">
                <a:latin typeface="Calibri" panose="020F0502020204030204" pitchFamily="34" charset="0"/>
              </a:rPr>
              <a:t> </a:t>
            </a:r>
            <a:r>
              <a:rPr lang="en-IN" sz="1800" b="0" i="0" u="none" strike="noStrike" baseline="0" dirty="0">
                <a:latin typeface="Calibri" panose="020F0502020204030204" pitchFamily="34" charset="0"/>
              </a:rPr>
              <a:t>https://www.loom.com/share/0a3990914a1e4922ada6b637bbd8c325 </a:t>
            </a:r>
            <a:endParaRPr lang="en-IN" dirty="0"/>
          </a:p>
        </p:txBody>
      </p:sp>
      <p:sp>
        <p:nvSpPr>
          <p:cNvPr id="14" name="TextBox 13">
            <a:extLst>
              <a:ext uri="{FF2B5EF4-FFF2-40B4-BE49-F238E27FC236}">
                <a16:creationId xmlns:a16="http://schemas.microsoft.com/office/drawing/2014/main" id="{93E07B83-B0E3-6C62-E0D9-96C12E946749}"/>
              </a:ext>
            </a:extLst>
          </p:cNvPr>
          <p:cNvSpPr txBox="1"/>
          <p:nvPr/>
        </p:nvSpPr>
        <p:spPr>
          <a:xfrm>
            <a:off x="2875936" y="6034689"/>
            <a:ext cx="1076632" cy="646331"/>
          </a:xfrm>
          <a:prstGeom prst="rect">
            <a:avLst/>
          </a:prstGeom>
          <a:noFill/>
        </p:spPr>
        <p:txBody>
          <a:bodyPr wrap="square">
            <a:spAutoFit/>
          </a:bodyPr>
          <a:lstStyle/>
          <a:p>
            <a:pPr algn="l"/>
            <a:endParaRPr lang="en-IN" sz="1800" b="0" i="0" u="none" strike="noStrike" baseline="0" dirty="0"/>
          </a:p>
          <a:p>
            <a:r>
              <a:rPr lang="en-IN" sz="1800" b="0" i="0" u="none" strike="noStrike" baseline="0" dirty="0"/>
              <a:t> VIDEO 3 </a:t>
            </a:r>
            <a:endParaRPr lang="en-IN" dirty="0"/>
          </a:p>
        </p:txBody>
      </p:sp>
      <p:sp>
        <p:nvSpPr>
          <p:cNvPr id="16" name="TextBox 15">
            <a:extLst>
              <a:ext uri="{FF2B5EF4-FFF2-40B4-BE49-F238E27FC236}">
                <a16:creationId xmlns:a16="http://schemas.microsoft.com/office/drawing/2014/main" id="{24B6C4A8-1FED-EFAD-FCFC-DD8B71269837}"/>
              </a:ext>
            </a:extLst>
          </p:cNvPr>
          <p:cNvSpPr txBox="1"/>
          <p:nvPr/>
        </p:nvSpPr>
        <p:spPr>
          <a:xfrm>
            <a:off x="4720586" y="5973134"/>
            <a:ext cx="9438966" cy="707886"/>
          </a:xfrm>
          <a:prstGeom prst="rect">
            <a:avLst/>
          </a:prstGeom>
          <a:noFill/>
        </p:spPr>
        <p:txBody>
          <a:bodyPr wrap="square">
            <a:spAutoFit/>
          </a:bodyPr>
          <a:lstStyle/>
          <a:p>
            <a:pPr algn="l"/>
            <a:endParaRPr lang="en-IN" sz="2000" b="0" i="0" u="none" strike="noStrike" baseline="0" dirty="0">
              <a:latin typeface="Calibri" panose="020F0502020204030204" pitchFamily="34" charset="0"/>
            </a:endParaRPr>
          </a:p>
          <a:p>
            <a:r>
              <a:rPr lang="en-IN" sz="2000" b="0" i="0" u="none" strike="noStrike" baseline="0" dirty="0">
                <a:latin typeface="Calibri" panose="020F0502020204030204" pitchFamily="34" charset="0"/>
              </a:rPr>
              <a:t> </a:t>
            </a:r>
            <a:r>
              <a:rPr lang="en-IN" sz="1800" b="0" i="0" u="none" strike="noStrike" baseline="0" dirty="0">
                <a:latin typeface="Calibri" panose="020F0502020204030204" pitchFamily="34" charset="0"/>
              </a:rPr>
              <a:t>https://www.loom.com/share/eed1f61284e64ac9b20c965d333d2c05 </a:t>
            </a:r>
            <a:endParaRPr lang="en-IN" dirty="0"/>
          </a:p>
        </p:txBody>
      </p:sp>
      <p:sp>
        <p:nvSpPr>
          <p:cNvPr id="17" name="TextBox 16">
            <a:extLst>
              <a:ext uri="{FF2B5EF4-FFF2-40B4-BE49-F238E27FC236}">
                <a16:creationId xmlns:a16="http://schemas.microsoft.com/office/drawing/2014/main" id="{6EFFA6E9-33A7-DFE7-AF68-B4DBCD73B4BC}"/>
              </a:ext>
            </a:extLst>
          </p:cNvPr>
          <p:cNvSpPr txBox="1"/>
          <p:nvPr/>
        </p:nvSpPr>
        <p:spPr>
          <a:xfrm>
            <a:off x="7079226" y="589935"/>
            <a:ext cx="4155305" cy="923330"/>
          </a:xfrm>
          <a:prstGeom prst="rect">
            <a:avLst/>
          </a:prstGeom>
          <a:noFill/>
        </p:spPr>
        <p:txBody>
          <a:bodyPr wrap="none" rtlCol="0">
            <a:spAutoFit/>
          </a:bodyPr>
          <a:lstStyle/>
          <a:p>
            <a:r>
              <a:rPr lang="en-US" sz="5400"/>
              <a:t>VIDEOS </a:t>
            </a:r>
            <a:r>
              <a:rPr lang="en-US" sz="5400" dirty="0"/>
              <a:t>LINKS</a:t>
            </a:r>
            <a:endParaRPr lang="en-IN" sz="5400" dirty="0"/>
          </a:p>
        </p:txBody>
      </p:sp>
    </p:spTree>
    <p:extLst>
      <p:ext uri="{BB962C8B-B14F-4D97-AF65-F5344CB8AC3E}">
        <p14:creationId xmlns:p14="http://schemas.microsoft.com/office/powerpoint/2010/main" val="1380928759"/>
      </p:ext>
    </p:extLst>
  </p:cSld>
  <p:clrMapOvr>
    <a:masterClrMapping/>
  </p:clrMapOvr>
  <p:transition spd="slow">
    <p:push dir="u"/>
  </p:transition>
</p:sld>
</file>

<file path=ppt/theme/theme1.xml><?xml version="1.0" encoding="utf-8"?>
<a:theme xmlns:a="http://schemas.openxmlformats.org/drawingml/2006/main" name="Droplet">
  <a:themeElements>
    <a:clrScheme name="Droplet">
      <a:dk1>
        <a:sysClr val="windowText" lastClr="000000"/>
      </a:dk1>
      <a:lt1>
        <a:sysClr val="window" lastClr="FFFFFF"/>
      </a:lt1>
      <a:dk2>
        <a:srgbClr val="4B4B4B"/>
      </a:dk2>
      <a:lt2>
        <a:srgbClr val="B5B5B5"/>
      </a:lt2>
      <a:accent1>
        <a:srgbClr val="9AC43E"/>
      </a:accent1>
      <a:accent2>
        <a:srgbClr val="44BA98"/>
      </a:accent2>
      <a:accent3>
        <a:srgbClr val="43A9D9"/>
      </a:accent3>
      <a:accent4>
        <a:srgbClr val="6274D8"/>
      </a:accent4>
      <a:accent5>
        <a:srgbClr val="AB54D7"/>
      </a:accent5>
      <a:accent6>
        <a:srgbClr val="D15B37"/>
      </a:accent6>
      <a:hlink>
        <a:srgbClr val="BFE962"/>
      </a:hlink>
      <a:folHlink>
        <a:srgbClr val="C0D591"/>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892FADA9-420D-4323-A7A4-C106016652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1253</TotalTime>
  <Words>4452</Words>
  <Application>Microsoft Office PowerPoint</Application>
  <PresentationFormat>Custom</PresentationFormat>
  <Paragraphs>257</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Tw Cen MT</vt:lpstr>
      <vt:lpstr>Droplet</vt:lpstr>
      <vt:lpstr>PowerPoint Presentation FOR FLIPKART</vt:lpstr>
      <vt:lpstr> Data Cleaning &amp; Preparation </vt:lpstr>
      <vt:lpstr> Delivery Delay Analysis </vt:lpstr>
      <vt:lpstr>PowerPoint Presentation</vt:lpstr>
      <vt:lpstr> Route Optimization Insights </vt:lpstr>
      <vt:lpstr>PowerPoint Presentation</vt:lpstr>
      <vt:lpstr>PowerPoint Presentation</vt:lpstr>
      <vt:lpstr> Warehouse Performance </vt:lpstr>
      <vt:lpstr>PowerPoint Presentation</vt:lpstr>
      <vt:lpstr>PowerPoint Presentation</vt:lpstr>
      <vt:lpstr> Delivery Agent Performance </vt:lpstr>
      <vt:lpstr>PowerPoint Presentation</vt:lpstr>
      <vt:lpstr>PowerPoint Presentation</vt:lpstr>
      <vt:lpstr>   Shipment Tracking Analytics  </vt:lpstr>
      <vt:lpstr>PowerPoint Presentation</vt:lpstr>
      <vt:lpstr>PowerPoint Presentation</vt:lpstr>
      <vt:lpstr> Advanced KPI Reporting </vt:lpstr>
      <vt:lpstr>PowerPoint Presentation</vt:lpstr>
      <vt:lpstr>PowerPoint Presentation</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Tridev Pal</dc:creator>
  <cp:lastModifiedBy>Tridev Pal</cp:lastModifiedBy>
  <cp:revision>11</cp:revision>
  <dcterms:created xsi:type="dcterms:W3CDTF">2025-11-03T06:29:43Z</dcterms:created>
  <dcterms:modified xsi:type="dcterms:W3CDTF">2025-11-06T13:03:46Z</dcterms:modified>
</cp:coreProperties>
</file>